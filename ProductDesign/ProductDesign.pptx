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57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190D"/>
    <a:srgbClr val="ED7D31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49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27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93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5662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178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98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92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9077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140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923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81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3FB3A-B447-4E05-B10D-88C79CDC8F57}" type="datetimeFigureOut">
              <a:rPr lang="en-AU" smtClean="0"/>
              <a:t>26/06/2026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F9AA3-9857-4416-A7D0-6CE840F0A3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1422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250411" y="494389"/>
            <a:ext cx="3214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Syan Avatar</a:t>
            </a:r>
          </a:p>
        </p:txBody>
      </p:sp>
    </p:spTree>
    <p:extLst>
      <p:ext uri="{BB962C8B-B14F-4D97-AF65-F5344CB8AC3E}">
        <p14:creationId xmlns:p14="http://schemas.microsoft.com/office/powerpoint/2010/main" val="1751635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2690934" y="-1"/>
            <a:ext cx="6814732" cy="6862633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sp>
        <p:nvSpPr>
          <p:cNvPr id="107" name="Oval 106"/>
          <p:cNvSpPr/>
          <p:nvPr/>
        </p:nvSpPr>
        <p:spPr>
          <a:xfrm>
            <a:off x="13810625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263456" y="4070103"/>
            <a:ext cx="321446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Sara, User Avatar</a:t>
            </a:r>
          </a:p>
          <a:p>
            <a:r>
              <a:rPr lang="en-US" dirty="0">
                <a:solidFill>
                  <a:schemeClr val="bg1"/>
                </a:solidFill>
              </a:rPr>
              <a:t>Sara 23,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Student </a:t>
            </a:r>
            <a:r>
              <a:rPr lang="en-US" dirty="0">
                <a:solidFill>
                  <a:schemeClr val="bg1"/>
                </a:solidFill>
              </a:rPr>
              <a:t>(Psychology </a:t>
            </a:r>
            <a:r>
              <a:rPr lang="en-US" dirty="0" smtClean="0">
                <a:solidFill>
                  <a:schemeClr val="bg1"/>
                </a:solidFill>
              </a:rPr>
              <a:t>Bachelors</a:t>
            </a:r>
            <a:r>
              <a:rPr lang="en-US" dirty="0">
                <a:solidFill>
                  <a:schemeClr val="bg1"/>
                </a:solidFill>
              </a:rPr>
              <a:t>), </a:t>
            </a:r>
            <a:r>
              <a:rPr lang="en-US" dirty="0" smtClean="0">
                <a:solidFill>
                  <a:schemeClr val="bg1"/>
                </a:solidFill>
              </a:rPr>
              <a:t>Sydney, Australia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4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0669" y="285010"/>
            <a:ext cx="3322320" cy="6225540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865163" y="1374670"/>
            <a:ext cx="321446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400" dirty="0" smtClean="0">
                <a:solidFill>
                  <a:schemeClr val="bg1"/>
                </a:solidFill>
              </a:rPr>
              <a:t>10-Oct-2026</a:t>
            </a:r>
            <a:endParaRPr lang="en-AU" sz="20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3585542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7" name="Oval 56"/>
          <p:cNvSpPr/>
          <p:nvPr/>
        </p:nvSpPr>
        <p:spPr>
          <a:xfrm>
            <a:off x="17363603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ounded Rectangle 61"/>
          <p:cNvSpPr/>
          <p:nvPr/>
        </p:nvSpPr>
        <p:spPr>
          <a:xfrm>
            <a:off x="8366791" y="285010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5" name="Oval 64"/>
          <p:cNvSpPr/>
          <p:nvPr/>
        </p:nvSpPr>
        <p:spPr>
          <a:xfrm>
            <a:off x="21141664" y="1233337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ounded Rectangle 3"/>
          <p:cNvSpPr/>
          <p:nvPr/>
        </p:nvSpPr>
        <p:spPr>
          <a:xfrm>
            <a:off x="1097281" y="2609558"/>
            <a:ext cx="2757268" cy="569741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44" y="2651120"/>
            <a:ext cx="390580" cy="409632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9288" y="2740581"/>
            <a:ext cx="338174" cy="3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1188468" y="3799131"/>
            <a:ext cx="475556" cy="475556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1064381" y="4274687"/>
            <a:ext cx="723729" cy="273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4588730" y="285010"/>
            <a:ext cx="3322320" cy="6225540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4588730" y="2507255"/>
            <a:ext cx="333106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32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32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to the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</a:t>
            </a:r>
          </a:p>
          <a:p>
            <a:pPr>
              <a:lnSpc>
                <a:spcPct val="170000"/>
              </a:lnSpc>
            </a:pP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</a:t>
            </a:r>
            <a:r>
              <a:rPr lang="en-US" sz="1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that listens to your soul</a:t>
            </a:r>
            <a:endParaRPr lang="en-US" sz="4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8916925" y="1374670"/>
            <a:ext cx="2222051" cy="435882"/>
            <a:chOff x="8822532" y="1308120"/>
            <a:chExt cx="2222051" cy="435882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0"/>
              <a:ext cx="18774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smtClean="0"/>
                <a:t>Login with Google</a:t>
              </a:r>
              <a:endParaRPr lang="en-AU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2561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4885045" y="12310519"/>
            <a:ext cx="590093" cy="84971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835736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1272591" y="5560541"/>
            <a:ext cx="2448610" cy="871501"/>
            <a:chOff x="828319" y="5520554"/>
            <a:chExt cx="2448610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28319" y="5520554"/>
              <a:ext cx="972844" cy="871501"/>
              <a:chOff x="828319" y="5755307"/>
              <a:chExt cx="812082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  <a:endParaRPr lang="en-AU" sz="1200" dirty="0"/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922020" y="710321"/>
            <a:ext cx="3154680" cy="4542485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 rot="5400000">
            <a:off x="1643470" y="1118610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1" name="Rounded Rectangular Callout 60"/>
          <p:cNvSpPr/>
          <p:nvPr/>
        </p:nvSpPr>
        <p:spPr>
          <a:xfrm rot="5400000" flipV="1">
            <a:off x="2224596" y="-33430"/>
            <a:ext cx="439071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2" name="Rectangle 61"/>
          <p:cNvSpPr/>
          <p:nvPr/>
        </p:nvSpPr>
        <p:spPr>
          <a:xfrm>
            <a:off x="1337566" y="805210"/>
            <a:ext cx="22765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Hey Sara 💜 How are you feeling right now?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65164" y="136677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/>
              <a:t>A bit </a:t>
            </a:r>
            <a:r>
              <a:rPr lang="en-AU" sz="1200" dirty="0" smtClean="0"/>
              <a:t>tired.</a:t>
            </a:r>
            <a:endParaRPr lang="en-AU" sz="1200" dirty="0"/>
          </a:p>
        </p:txBody>
      </p:sp>
      <p:sp>
        <p:nvSpPr>
          <p:cNvPr id="65" name="Rounded Rectangular Callout 64"/>
          <p:cNvSpPr/>
          <p:nvPr/>
        </p:nvSpPr>
        <p:spPr>
          <a:xfrm rot="5400000" flipV="1">
            <a:off x="2323963" y="771788"/>
            <a:ext cx="254406" cy="2161540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Rectangle 65"/>
          <p:cNvSpPr/>
          <p:nvPr/>
        </p:nvSpPr>
        <p:spPr>
          <a:xfrm>
            <a:off x="1344600" y="1702760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New Question</a:t>
            </a:r>
            <a:endParaRPr lang="en-AU" sz="1200" dirty="0"/>
          </a:p>
        </p:txBody>
      </p:sp>
      <p:sp>
        <p:nvSpPr>
          <p:cNvPr id="70" name="Rounded Rectangular Callout 69"/>
          <p:cNvSpPr/>
          <p:nvPr/>
        </p:nvSpPr>
        <p:spPr>
          <a:xfrm rot="5400000">
            <a:off x="1646983" y="1821801"/>
            <a:ext cx="261685" cy="764013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1" name="Rectangle 70"/>
          <p:cNvSpPr/>
          <p:nvPr/>
        </p:nvSpPr>
        <p:spPr>
          <a:xfrm>
            <a:off x="1361632" y="2064475"/>
            <a:ext cx="22765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Answer</a:t>
            </a:r>
            <a:endParaRPr lang="en-AU" sz="1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036723" y="791046"/>
            <a:ext cx="0" cy="1592114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4036723" y="2044539"/>
            <a:ext cx="0" cy="3102580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273854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74" name="Group 73"/>
          <p:cNvGrpSpPr/>
          <p:nvPr/>
        </p:nvGrpSpPr>
        <p:grpSpPr>
          <a:xfrm>
            <a:off x="5710709" y="5560541"/>
            <a:ext cx="2448610" cy="871501"/>
            <a:chOff x="828319" y="5520554"/>
            <a:chExt cx="2448610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  <a:endParaRPr lang="en-AU" sz="1200" dirty="0"/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pic>
        <p:nvPicPr>
          <p:cNvPr id="102" name="Picture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3601961" y="811973"/>
            <a:ext cx="395024" cy="40388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948321" y="1366770"/>
            <a:ext cx="390543" cy="393286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3601961" y="1695906"/>
            <a:ext cx="395024" cy="40388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948321" y="2053753"/>
            <a:ext cx="390543" cy="393286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0138" y="604808"/>
            <a:ext cx="3154679" cy="4887986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8746829" y="276999"/>
            <a:ext cx="3322320" cy="6225540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9183684" y="5560541"/>
            <a:ext cx="2448610" cy="871501"/>
            <a:chOff x="828319" y="5520554"/>
            <a:chExt cx="2448610" cy="871501"/>
          </a:xfrm>
        </p:grpSpPr>
        <p:grpSp>
          <p:nvGrpSpPr>
            <p:cNvPr id="111" name="Group 110"/>
            <p:cNvGrpSpPr/>
            <p:nvPr/>
          </p:nvGrpSpPr>
          <p:grpSpPr>
            <a:xfrm>
              <a:off x="828319" y="5520554"/>
              <a:ext cx="2446955" cy="871501"/>
              <a:chOff x="828319" y="5755307"/>
              <a:chExt cx="2042597" cy="691699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828319" y="6122646"/>
                <a:ext cx="812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1200" dirty="0"/>
                  <a:t>With Syan</a:t>
                </a:r>
                <a:endParaRPr lang="en-AU" sz="1200" dirty="0"/>
              </a:p>
            </p:txBody>
          </p:sp>
          <p:pic>
            <p:nvPicPr>
              <p:cNvPr id="124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2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TextBox 120"/>
            <p:cNvSpPr txBox="1"/>
            <p:nvPr/>
          </p:nvSpPr>
          <p:spPr>
            <a:xfrm>
              <a:off x="2422208" y="6023035"/>
              <a:ext cx="8547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dirty="0" smtClean="0"/>
                <a:t>Soul Space</a:t>
              </a:r>
              <a:endParaRPr lang="en-AU" dirty="0"/>
            </a:p>
          </p:txBody>
        </p:sp>
      </p:grpSp>
      <p:cxnSp>
        <p:nvCxnSpPr>
          <p:cNvPr id="126" name="Straight Arrow Connector 125"/>
          <p:cNvCxnSpPr/>
          <p:nvPr/>
        </p:nvCxnSpPr>
        <p:spPr>
          <a:xfrm flipH="1">
            <a:off x="8926049" y="482413"/>
            <a:ext cx="257635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3113" y="605966"/>
            <a:ext cx="3104420" cy="488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97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54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48</cp:revision>
  <dcterms:created xsi:type="dcterms:W3CDTF">2026-06-09T04:46:32Z</dcterms:created>
  <dcterms:modified xsi:type="dcterms:W3CDTF">2026-06-26T01:45:47Z</dcterms:modified>
</cp:coreProperties>
</file>
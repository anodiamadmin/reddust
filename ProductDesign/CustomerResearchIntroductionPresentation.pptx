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RedDust – Customer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Idea validation presentation before survey</a:t>
            </a:r>
          </a:p>
          <a:p/>
          <a:p>
            <a:r>
              <a:t>Listen to the music that listens to your soul.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Modern life is stressful, lonely and distracting</a:t>
            </a:r>
          </a:p>
          <a:p>
            <a:pPr>
              <a:defRPr sz="2400"/>
            </a:pPr>
            <a:r>
              <a:t>• Support is fragmented and often unavailable</a:t>
            </a:r>
          </a:p>
          <a:p>
            <a:pPr>
              <a:defRPr sz="2400"/>
            </a:pPr>
            <a:r>
              <a:t>• Music apps play music but don't understand you</a:t>
            </a:r>
          </a:p>
          <a:p>
            <a:pPr>
              <a:defRPr sz="2400"/>
            </a:pPr>
            <a:r>
              <a:t>• Wellbeing apps rarely personalise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RedDust is an AI Wellbeing Companion and Personal Radio Jockey that understands you, recommends personalised music and conversations, and supports your wellbeing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RedDust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Talk naturally with Syan Bot</a:t>
            </a:r>
          </a:p>
          <a:p>
            <a:pPr>
              <a:defRPr sz="2400"/>
            </a:pPr>
            <a:r>
              <a:t>• Understand mood, activity &amp; life situation</a:t>
            </a:r>
          </a:p>
          <a:p>
            <a:pPr>
              <a:defRPr sz="2400"/>
            </a:pPr>
            <a:r>
              <a:t>• Recommend personalised music &amp; podcasts</a:t>
            </a:r>
          </a:p>
          <a:p>
            <a:pPr>
              <a:defRPr sz="2400"/>
            </a:pPr>
            <a:r>
              <a:t>• Learn continuously</a:t>
            </a:r>
          </a:p>
          <a:p>
            <a:pPr>
              <a:defRPr sz="2400"/>
            </a:pPr>
            <a:r>
              <a:t>• Track wellbeing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RedDust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AI + Music + Wellbeing</a:t>
            </a:r>
          </a:p>
          <a:p>
            <a:pPr>
              <a:defRPr sz="2400"/>
            </a:pPr>
            <a:r>
              <a:t>• Personalised recommendations</a:t>
            </a:r>
          </a:p>
          <a:p>
            <a:pPr>
              <a:defRPr sz="2400"/>
            </a:pPr>
            <a:r>
              <a:t>• Dynamic Soul Score</a:t>
            </a:r>
          </a:p>
          <a:p>
            <a:pPr>
              <a:defRPr sz="2400"/>
            </a:pPr>
            <a:r>
              <a:t>• Explainable AI</a:t>
            </a:r>
          </a:p>
          <a:p>
            <a:pPr>
              <a:defRPr sz="2400"/>
            </a:pPr>
            <a:r>
              <a:t>• 24/7 companion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Soul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Initially tracks Calmness, Energy, Focus, Motivation, Connection, Self-Belief, Purpose and Joy.</a:t>
            </a:r>
          </a:p>
          <a:p>
            <a:pPr>
              <a:defRPr sz="2400"/>
            </a:pPr>
            <a:r>
              <a:t>It adapts as your life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Exam preparation</a:t>
            </a:r>
          </a:p>
          <a:p>
            <a:pPr>
              <a:defRPr sz="2400"/>
            </a:pPr>
            <a:r>
              <a:t>• Daily commute</a:t>
            </a:r>
          </a:p>
          <a:p>
            <a:pPr>
              <a:defRPr sz="2400"/>
            </a:pPr>
            <a:r>
              <a:t>• Stress after work</a:t>
            </a:r>
          </a:p>
          <a:p>
            <a:pPr>
              <a:defRPr sz="2400"/>
            </a:pPr>
            <a:r>
              <a:t>• Exercise</a:t>
            </a:r>
          </a:p>
          <a:p>
            <a:pPr>
              <a:defRPr sz="2400"/>
            </a:pPr>
            <a:r>
              <a:t>• Relaxation before sleep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You choose what to share</a:t>
            </a:r>
          </a:p>
          <a:p>
            <a:pPr>
              <a:defRPr sz="2400"/>
            </a:pPr>
            <a:r>
              <a:t>• Location is optional</a:t>
            </a:r>
          </a:p>
          <a:p>
            <a:pPr>
              <a:defRPr sz="2400"/>
            </a:pPr>
            <a:r>
              <a:t>• Not a medical device</a:t>
            </a:r>
          </a:p>
          <a:p>
            <a:pPr>
              <a:defRPr sz="2400"/>
            </a:pPr>
            <a:r>
              <a:t>• Not psychotherapy</a:t>
            </a:r>
          </a:p>
          <a:p>
            <a:pPr>
              <a:defRPr sz="2400"/>
            </a:pPr>
            <a:r>
              <a:t>• Everyday wellbeing companion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Your Feedback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 are validating:</a:t>
            </a:r>
          </a:p>
          <a:p>
            <a:pPr>
              <a:defRPr sz="2400"/>
            </a:pPr>
            <a:r>
              <a:t>• The problem</a:t>
            </a:r>
          </a:p>
          <a:p>
            <a:pPr>
              <a:defRPr sz="2400"/>
            </a:pPr>
            <a:r>
              <a:t>• The solution</a:t>
            </a:r>
          </a:p>
          <a:p>
            <a:pPr>
              <a:defRPr sz="2400"/>
            </a:pPr>
            <a:r>
              <a:t>• The features</a:t>
            </a:r>
          </a:p>
          <a:p>
            <a:pPr>
              <a:defRPr sz="2400"/>
            </a:pPr>
            <a:r>
              <a:t>• Willingness to use and subscribe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Please answer honestly based only on this concept.</a:t>
            </a:r>
          </a:p>
          <a:p>
            <a:pPr>
              <a:defRPr sz="2400"/>
            </a:pPr>
            <a:r>
              <a:t>There are no right or wrong answers.</a:t>
            </a:r>
          </a:p>
          <a:p>
            <a:pPr>
              <a:defRPr sz="2400"/>
            </a:pPr>
            <a:r>
              <a:t>Your feedback will directly influence RedDust's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
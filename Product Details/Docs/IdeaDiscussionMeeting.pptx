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8" r:id="rId3"/>
    <p:sldId id="270" r:id="rId4"/>
    <p:sldId id="273" r:id="rId5"/>
    <p:sldId id="27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93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5" y="274638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664934" y="42489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7794383" y="5838584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943596" y="6152500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6400" y="2271265"/>
            <a:ext cx="87376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A</a:t>
            </a:r>
            <a:r>
              <a:rPr lang="en-US" sz="2000" dirty="0">
                <a:solidFill>
                  <a:srgbClr val="FFFFEB"/>
                </a:solidFill>
                <a:latin typeface="Candara" panose="020E0502030303020204" pitchFamily="34" charset="0"/>
              </a:rPr>
              <a:t>I-Powered Personalized Music, Karaoke and Wellbeing </a:t>
            </a:r>
            <a:r>
              <a:rPr lang="en-US" sz="20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Platform</a:t>
            </a:r>
          </a:p>
          <a:p>
            <a:endParaRPr lang="en-US" sz="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endParaRPr lang="en-US" sz="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endParaRPr lang="en-AU" sz="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r>
              <a:rPr lang="en-AU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Vision</a:t>
            </a:r>
            <a:r>
              <a:rPr lang="en-AU" sz="1400" dirty="0">
                <a:solidFill>
                  <a:srgbClr val="FFFFEB"/>
                </a:solidFill>
                <a:latin typeface="Candara" panose="020E0502030303020204" pitchFamily="34" charset="0"/>
              </a:rPr>
              <a:t>: C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reating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personalized music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that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understands the listener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-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to energize, refresh, motivate, relax and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uplift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400" y="3232443"/>
            <a:ext cx="745308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Concept:</a:t>
            </a:r>
          </a:p>
          <a:p>
            <a:endParaRPr lang="en-US" sz="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AI RJ and wellbeing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companion that creates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programs, not just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playlists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Adapts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to mood, situation, age, language and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preferences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Supports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music, karaoke, ambience and wellbeing</a:t>
            </a:r>
          </a:p>
        </p:txBody>
      </p:sp>
    </p:spTree>
    <p:extLst>
      <p:ext uri="{BB962C8B-B14F-4D97-AF65-F5344CB8AC3E}">
        <p14:creationId xmlns:p14="http://schemas.microsoft.com/office/powerpoint/2010/main" val="313416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5" y="274638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664934" y="42489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7794383" y="5838584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943596" y="6152500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046510" y="2071505"/>
            <a:ext cx="3189406" cy="1955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The Team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Mannat</a:t>
            </a:r>
            <a:endParaRPr sz="1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Aja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y</a:t>
            </a:r>
            <a:endParaRPr sz="1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Soubhanik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Nathan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Sayan</a:t>
            </a:r>
            <a:endParaRPr lang="en-US" sz="1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Anirban</a:t>
            </a:r>
            <a:endParaRPr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69002" y="3641843"/>
            <a:ext cx="263808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Background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Superpower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Fun Fact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Favorite App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 Genre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46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5" y="274638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664934" y="42489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7794383" y="5838584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943596" y="6152500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85495" y="3641743"/>
            <a:ext cx="3805150" cy="180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rgbClr val="FFFFEB"/>
                </a:solidFill>
                <a:latin typeface="Candara" panose="020E0502030303020204" pitchFamily="34" charset="0"/>
              </a:rPr>
              <a:t>Funding Strategy</a:t>
            </a:r>
            <a:endParaRPr lang="en-US" sz="20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Build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MVP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Validate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users and engagement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Apply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through UNSW Founders ecosystem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Seek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mentors and startup programs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Pitch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to angel investors and VCs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68390" y="1842537"/>
            <a:ext cx="3601946" cy="1803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FFFFEB"/>
                </a:solidFill>
                <a:latin typeface="Candara" panose="020E0502030303020204" pitchFamily="34" charset="0"/>
              </a:rPr>
              <a:t>Why Anodiam?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AI-first </a:t>
            </a: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product mindset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Startup </a:t>
            </a: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speed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Senior-led </a:t>
            </a: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engineering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Full-stack </a:t>
            </a: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capability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Ability </a:t>
            </a: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to scale from MVP to </a:t>
            </a: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production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rgbClr val="FFFFEB"/>
                </a:solidFill>
                <a:latin typeface="Candara" panose="020E0502030303020204" pitchFamily="34" charset="0"/>
              </a:rPr>
              <a:t>An UNSW Founders’ startup</a:t>
            </a:r>
            <a:endParaRPr lang="en-US" sz="15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475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5" y="274638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664934" y="42489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7794383" y="5838584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943596" y="6152500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640114" y="1692276"/>
            <a:ext cx="3410857" cy="238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MVP/ Release One Features</a:t>
            </a:r>
            <a:endParaRPr lang="en-US" sz="20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Karaoke scoring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Mental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wellbeing trends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Dynamic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ambience + 3D visuals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memory layer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Family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modes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AR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/ smart glasses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integration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050971" y="2790894"/>
            <a:ext cx="3374572" cy="2547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smtClean="0">
                <a:solidFill>
                  <a:srgbClr val="FFFFEB"/>
                </a:solidFill>
                <a:latin typeface="Candara" panose="020E0502030303020204" pitchFamily="34" charset="0"/>
              </a:rPr>
              <a:t>Future Releases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User profile and preferences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Mood-based playlist generation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Local + online playback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Child-safe filtering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Smart recommendations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Voice commands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smtClean="0">
                <a:solidFill>
                  <a:srgbClr val="FFFFEB"/>
                </a:solidFill>
                <a:latin typeface="Candara" panose="020E0502030303020204" pitchFamily="34" charset="0"/>
              </a:rPr>
              <a:t>Basic Syan interaction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93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5" y="274638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664934" y="42489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7794383" y="5838584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943596" y="6152500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164114" y="2507864"/>
            <a:ext cx="3759200" cy="3254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rgbClr val="FFFFEB"/>
                </a:solidFill>
                <a:latin typeface="Candara" panose="020E0502030303020204" pitchFamily="34" charset="0"/>
              </a:rPr>
              <a:t>Closing Discussion</a:t>
            </a:r>
            <a:endParaRPr lang="en-US" sz="20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What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excites you most?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Top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2</a:t>
            </a: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MVP features?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Risks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and ideas?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Next </a:t>
            </a:r>
            <a:r>
              <a:rPr sz="1400" dirty="0">
                <a:solidFill>
                  <a:srgbClr val="FFFFEB"/>
                </a:solidFill>
                <a:latin typeface="Candara" panose="020E0502030303020204" pitchFamily="34" charset="0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402009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218</Words>
  <Application>Microsoft Office PowerPoint</Application>
  <PresentationFormat>On-screen Show (4:3)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Candara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RedDust – Idea Discussion</dc:title>
  <dc:subject/>
  <dc:creator>User</dc:creator>
  <cp:keywords/>
  <dc:description>generated using python-pptx</dc:description>
  <cp:lastModifiedBy>User</cp:lastModifiedBy>
  <cp:revision>16</cp:revision>
  <dcterms:created xsi:type="dcterms:W3CDTF">2013-01-27T09:14:16Z</dcterms:created>
  <dcterms:modified xsi:type="dcterms:W3CDTF">2026-05-26T04:22:47Z</dcterms:modified>
  <cp:category/>
</cp:coreProperties>
</file>
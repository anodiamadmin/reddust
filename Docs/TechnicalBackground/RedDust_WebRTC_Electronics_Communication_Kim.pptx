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663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0080" y="-91408"/>
            <a:ext cx="3443749" cy="38651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19556" y="2697110"/>
            <a:ext cx="238238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1100" dirty="0"/>
              <a:t>Network Address </a:t>
            </a:r>
            <a:r>
              <a:rPr lang="en-AU" sz="1100" dirty="0" smtClean="0"/>
              <a:t>Translation</a:t>
            </a:r>
          </a:p>
          <a:p>
            <a:r>
              <a:rPr lang="en-AU" sz="1100" dirty="0"/>
              <a:t>Interactive Connectivity </a:t>
            </a:r>
            <a:r>
              <a:rPr lang="en-AU" sz="1100" dirty="0" smtClean="0"/>
              <a:t>Establishment</a:t>
            </a:r>
          </a:p>
          <a:p>
            <a:r>
              <a:rPr lang="en-AU" sz="1100" dirty="0"/>
              <a:t>Session Traversal Utilities for </a:t>
            </a:r>
            <a:r>
              <a:rPr lang="en-AU" sz="1100" dirty="0" smtClean="0"/>
              <a:t>NAT</a:t>
            </a:r>
            <a:br>
              <a:rPr lang="en-AU" sz="1100" dirty="0" smtClean="0"/>
            </a:br>
            <a:r>
              <a:rPr lang="en-US" sz="1100" dirty="0" smtClean="0"/>
              <a:t>Traversal </a:t>
            </a:r>
            <a:r>
              <a:rPr lang="en-US" sz="1100" dirty="0"/>
              <a:t>Using Relays around </a:t>
            </a:r>
            <a:r>
              <a:rPr lang="en-US" sz="1100" dirty="0" smtClean="0"/>
              <a:t>NAT</a:t>
            </a:r>
          </a:p>
        </p:txBody>
      </p:sp>
      <p:sp>
        <p:nvSpPr>
          <p:cNvPr id="4" name="Rectangle 3"/>
          <p:cNvSpPr/>
          <p:nvPr/>
        </p:nvSpPr>
        <p:spPr>
          <a:xfrm>
            <a:off x="754743" y="4208921"/>
            <a:ext cx="23876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Datagram Transport Layer </a:t>
            </a:r>
            <a:r>
              <a:rPr lang="en-US" sz="1100" dirty="0" smtClean="0"/>
              <a:t>Security</a:t>
            </a:r>
          </a:p>
          <a:p>
            <a:r>
              <a:rPr lang="en-US" sz="1100" dirty="0" smtClean="0"/>
              <a:t>Secure </a:t>
            </a:r>
            <a:r>
              <a:rPr lang="en-US" sz="1100" dirty="0"/>
              <a:t>Real-time Transport Protocol</a:t>
            </a:r>
            <a:endParaRPr lang="en-AU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5151" y="2580846"/>
            <a:ext cx="2324983" cy="2324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894" y="1418354"/>
            <a:ext cx="2573075" cy="25730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3130" y="1614026"/>
            <a:ext cx="1587995" cy="17968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19</Words>
  <Application>Microsoft Office PowerPoint</Application>
  <PresentationFormat>Widescreen</PresentationFormat>
  <Paragraphs>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2026-08-11T08:09:48Z</dcterms:modified>
  <cp:category/>
</cp:coreProperties>
</file>
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3" r:id="rId3"/>
    <p:sldId id="257" r:id="rId4"/>
    <p:sldId id="262" r:id="rId5"/>
    <p:sldId id="261" r:id="rId6"/>
    <p:sldId id="268" r:id="rId7"/>
    <p:sldId id="270" r:id="rId8"/>
    <p:sldId id="271" r:id="rId9"/>
    <p:sldId id="273" r:id="rId10"/>
    <p:sldId id="274" r:id="rId11"/>
    <p:sldId id="275" r:id="rId12"/>
    <p:sldId id="276" r:id="rId13"/>
    <p:sldId id="277" r:id="rId14"/>
    <p:sldId id="278" r:id="rId15"/>
    <p:sldId id="269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55B2"/>
    <a:srgbClr val="BB190D"/>
    <a:srgbClr val="ED7D31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68" d="100"/>
          <a:sy n="68" d="100"/>
        </p:scale>
        <p:origin x="2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11/08/2026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1498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11/08/2026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27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11/08/2026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893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11/08/2026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5662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11/08/2026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1788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11/08/2026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5983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11/08/2026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4924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11/08/2026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9077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11/08/2026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3140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11/08/2026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9231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11/08/2026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2812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3FB3A-B447-4E05-B10D-88C79CDC8F57}" type="datetimeFigureOut">
              <a:rPr lang="en-AU" smtClean="0"/>
              <a:t>11/08/2026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1422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val 106"/>
          <p:cNvSpPr/>
          <p:nvPr/>
        </p:nvSpPr>
        <p:spPr>
          <a:xfrm>
            <a:off x="13810625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69" y="218121"/>
            <a:ext cx="5152516" cy="5152516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33151" y="508037"/>
            <a:ext cx="3214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Syan Bot Avatar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3" t="1294" r="1633" b="1294"/>
          <a:stretch>
            <a:fillRect/>
          </a:stretch>
        </p:blipFill>
        <p:spPr>
          <a:xfrm>
            <a:off x="6241268" y="218121"/>
            <a:ext cx="4654554" cy="4687271"/>
          </a:xfrm>
          <a:custGeom>
            <a:avLst/>
            <a:gdLst>
              <a:gd name="connsiteX0" fmla="*/ 3316975 w 6633950"/>
              <a:gd name="connsiteY0" fmla="*/ 0 h 6680580"/>
              <a:gd name="connsiteX1" fmla="*/ 6633950 w 6633950"/>
              <a:gd name="connsiteY1" fmla="*/ 3340290 h 6680580"/>
              <a:gd name="connsiteX2" fmla="*/ 3316975 w 6633950"/>
              <a:gd name="connsiteY2" fmla="*/ 6680580 h 6680580"/>
              <a:gd name="connsiteX3" fmla="*/ 0 w 6633950"/>
              <a:gd name="connsiteY3" fmla="*/ 3340290 h 6680580"/>
              <a:gd name="connsiteX4" fmla="*/ 3316975 w 6633950"/>
              <a:gd name="connsiteY4" fmla="*/ 0 h 66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33950" h="6680580">
                <a:moveTo>
                  <a:pt x="3316975" y="0"/>
                </a:moveTo>
                <a:cubicBezTo>
                  <a:pt x="5148890" y="0"/>
                  <a:pt x="6633950" y="1495499"/>
                  <a:pt x="6633950" y="3340290"/>
                </a:cubicBezTo>
                <a:cubicBezTo>
                  <a:pt x="6633950" y="5185081"/>
                  <a:pt x="5148890" y="6680580"/>
                  <a:pt x="3316975" y="6680580"/>
                </a:cubicBezTo>
                <a:cubicBezTo>
                  <a:pt x="1485060" y="6680580"/>
                  <a:pt x="0" y="5185081"/>
                  <a:pt x="0" y="3340290"/>
                </a:cubicBezTo>
                <a:cubicBezTo>
                  <a:pt x="0" y="1495499"/>
                  <a:pt x="1485060" y="0"/>
                  <a:pt x="3316975" y="0"/>
                </a:cubicBezTo>
                <a:close/>
              </a:path>
            </a:pathLst>
          </a:custGeom>
        </p:spPr>
      </p:pic>
      <p:sp>
        <p:nvSpPr>
          <p:cNvPr id="6" name="TextBox 5"/>
          <p:cNvSpPr txBox="1"/>
          <p:nvPr/>
        </p:nvSpPr>
        <p:spPr>
          <a:xfrm>
            <a:off x="6906572" y="2939613"/>
            <a:ext cx="3214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Sara Bot Avatar</a:t>
            </a:r>
          </a:p>
        </p:txBody>
      </p:sp>
    </p:spTree>
    <p:extLst>
      <p:ext uri="{BB962C8B-B14F-4D97-AF65-F5344CB8AC3E}">
        <p14:creationId xmlns:p14="http://schemas.microsoft.com/office/powerpoint/2010/main" val="2825967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val 106"/>
          <p:cNvSpPr/>
          <p:nvPr/>
        </p:nvSpPr>
        <p:spPr>
          <a:xfrm>
            <a:off x="13810625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4263456" y="4070103"/>
            <a:ext cx="321446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Sara, User Avatar</a:t>
            </a:r>
          </a:p>
          <a:p>
            <a:r>
              <a:rPr lang="en-US" dirty="0">
                <a:solidFill>
                  <a:schemeClr val="bg1"/>
                </a:solidFill>
              </a:rPr>
              <a:t>Sara 23, </a:t>
            </a:r>
          </a:p>
          <a:p>
            <a:r>
              <a:rPr lang="en-US" dirty="0">
                <a:solidFill>
                  <a:schemeClr val="bg1"/>
                </a:solidFill>
              </a:rPr>
              <a:t>Student (Psychology Bachelors), Sydney, Australia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105" y="0"/>
            <a:ext cx="5488357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3151" y="508037"/>
            <a:ext cx="3214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Kim, Sample User</a:t>
            </a:r>
          </a:p>
        </p:txBody>
      </p:sp>
    </p:spTree>
    <p:extLst>
      <p:ext uri="{BB962C8B-B14F-4D97-AF65-F5344CB8AC3E}">
        <p14:creationId xmlns:p14="http://schemas.microsoft.com/office/powerpoint/2010/main" val="3422243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10669" y="285010"/>
            <a:ext cx="3322320" cy="6225540"/>
          </a:xfrm>
          <a:prstGeom prst="roundRect">
            <a:avLst>
              <a:gd name="adj" fmla="val 11621"/>
            </a:avLst>
          </a:prstGeom>
          <a:blipFill>
            <a:blip r:embed="rId2"/>
            <a:stretch>
              <a:fillRect/>
            </a:stretch>
          </a:blip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/>
          <p:cNvSpPr txBox="1"/>
          <p:nvPr/>
        </p:nvSpPr>
        <p:spPr>
          <a:xfrm>
            <a:off x="865163" y="1374670"/>
            <a:ext cx="321446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10:10 am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10-Oct-2026</a:t>
            </a:r>
            <a:endParaRPr lang="en-AU" sz="2000" dirty="0">
              <a:solidFill>
                <a:schemeClr val="bg1"/>
              </a:solidFill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13585542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Oval 56"/>
          <p:cNvSpPr/>
          <p:nvPr/>
        </p:nvSpPr>
        <p:spPr>
          <a:xfrm>
            <a:off x="17363603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2" name="Rounded Rectangle 61"/>
          <p:cNvSpPr/>
          <p:nvPr/>
        </p:nvSpPr>
        <p:spPr>
          <a:xfrm>
            <a:off x="8366791" y="28501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5" name="Oval 64"/>
          <p:cNvSpPr/>
          <p:nvPr/>
        </p:nvSpPr>
        <p:spPr>
          <a:xfrm>
            <a:off x="21141664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ounded Rectangle 3"/>
          <p:cNvSpPr/>
          <p:nvPr/>
        </p:nvSpPr>
        <p:spPr>
          <a:xfrm>
            <a:off x="1097281" y="2609558"/>
            <a:ext cx="2757268" cy="569741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444" y="2651120"/>
            <a:ext cx="390580" cy="409632"/>
          </a:xfrm>
          <a:prstGeom prst="rect">
            <a:avLst/>
          </a:prstGeom>
        </p:spPr>
      </p:pic>
      <p:pic>
        <p:nvPicPr>
          <p:cNvPr id="6" name="Picture 4" descr="Free Microphone Icon, Symbol. Download in SVG &amp; PNG Formats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9288" y="2740581"/>
            <a:ext cx="338174" cy="338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1188468" y="3799131"/>
            <a:ext cx="475556" cy="475556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sp>
        <p:nvSpPr>
          <p:cNvPr id="71" name="Title 1"/>
          <p:cNvSpPr txBox="1">
            <a:spLocks/>
          </p:cNvSpPr>
          <p:nvPr/>
        </p:nvSpPr>
        <p:spPr>
          <a:xfrm>
            <a:off x="1064381" y="4274687"/>
            <a:ext cx="723729" cy="27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6" r="56443"/>
          <a:stretch/>
        </p:blipFill>
        <p:spPr>
          <a:xfrm>
            <a:off x="4588730" y="285010"/>
            <a:ext cx="3322320" cy="6225540"/>
          </a:xfrm>
          <a:custGeom>
            <a:avLst/>
            <a:gdLst>
              <a:gd name="connsiteX0" fmla="*/ 386087 w 3322320"/>
              <a:gd name="connsiteY0" fmla="*/ 0 h 6225540"/>
              <a:gd name="connsiteX1" fmla="*/ 2936233 w 3322320"/>
              <a:gd name="connsiteY1" fmla="*/ 0 h 6225540"/>
              <a:gd name="connsiteX2" fmla="*/ 3322320 w 3322320"/>
              <a:gd name="connsiteY2" fmla="*/ 386087 h 6225540"/>
              <a:gd name="connsiteX3" fmla="*/ 3322320 w 3322320"/>
              <a:gd name="connsiteY3" fmla="*/ 5839453 h 6225540"/>
              <a:gd name="connsiteX4" fmla="*/ 2936233 w 3322320"/>
              <a:gd name="connsiteY4" fmla="*/ 6225540 h 6225540"/>
              <a:gd name="connsiteX5" fmla="*/ 386087 w 3322320"/>
              <a:gd name="connsiteY5" fmla="*/ 6225540 h 6225540"/>
              <a:gd name="connsiteX6" fmla="*/ 0 w 3322320"/>
              <a:gd name="connsiteY6" fmla="*/ 5839453 h 6225540"/>
              <a:gd name="connsiteX7" fmla="*/ 0 w 3322320"/>
              <a:gd name="connsiteY7" fmla="*/ 386087 h 6225540"/>
              <a:gd name="connsiteX8" fmla="*/ 386087 w 3322320"/>
              <a:gd name="connsiteY8" fmla="*/ 0 h 622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22320" h="6225540">
                <a:moveTo>
                  <a:pt x="386087" y="0"/>
                </a:moveTo>
                <a:lnTo>
                  <a:pt x="2936233" y="0"/>
                </a:lnTo>
                <a:cubicBezTo>
                  <a:pt x="3149463" y="0"/>
                  <a:pt x="3322320" y="172857"/>
                  <a:pt x="3322320" y="386087"/>
                </a:cubicBezTo>
                <a:lnTo>
                  <a:pt x="3322320" y="5839453"/>
                </a:lnTo>
                <a:cubicBezTo>
                  <a:pt x="3322320" y="6052683"/>
                  <a:pt x="3149463" y="6225540"/>
                  <a:pt x="2936233" y="6225540"/>
                </a:cubicBezTo>
                <a:lnTo>
                  <a:pt x="386087" y="6225540"/>
                </a:lnTo>
                <a:cubicBezTo>
                  <a:pt x="172857" y="6225540"/>
                  <a:pt x="0" y="6052683"/>
                  <a:pt x="0" y="5839453"/>
                </a:cubicBezTo>
                <a:lnTo>
                  <a:pt x="0" y="386087"/>
                </a:lnTo>
                <a:cubicBezTo>
                  <a:pt x="0" y="172857"/>
                  <a:pt x="172857" y="0"/>
                  <a:pt x="386087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</p:pic>
      <p:sp>
        <p:nvSpPr>
          <p:cNvPr id="77" name="Title 1"/>
          <p:cNvSpPr txBox="1">
            <a:spLocks/>
          </p:cNvSpPr>
          <p:nvPr/>
        </p:nvSpPr>
        <p:spPr>
          <a:xfrm>
            <a:off x="4588730" y="2507255"/>
            <a:ext cx="333106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RedDust</a:t>
            </a:r>
            <a:r>
              <a:rPr lang="en-US" sz="3200" dirty="0">
                <a:solidFill>
                  <a:srgbClr val="FFFFEB"/>
                </a:solidFill>
                <a:latin typeface="Candara" panose="020E0502030303020204" pitchFamily="34" charset="0"/>
              </a:rPr>
              <a:t/>
            </a:r>
            <a:br>
              <a:rPr lang="en-US" sz="3200" dirty="0">
                <a:solidFill>
                  <a:srgbClr val="FFFFEB"/>
                </a:solidFill>
                <a:latin typeface="Candara" panose="020E0502030303020204" pitchFamily="34" charset="0"/>
              </a:rPr>
            </a:br>
            <a:endParaRPr lang="en-US" sz="320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lnSpc>
                <a:spcPct val="170000"/>
              </a:lnSpc>
            </a:pPr>
            <a:endParaRPr lang="en-US" sz="105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lnSpc>
                <a:spcPct val="170000"/>
              </a:lnSpc>
            </a:pPr>
            <a:endParaRPr lang="en-US" sz="140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EB"/>
                </a:solidFill>
                <a:latin typeface="Candara" panose="020E0502030303020204" pitchFamily="34" charset="0"/>
              </a:rPr>
              <a:t>Listen to the music</a:t>
            </a:r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EB"/>
                </a:solidFill>
                <a:latin typeface="Candara" panose="020E0502030303020204" pitchFamily="34" charset="0"/>
              </a:rPr>
              <a:t> that listens to your soul</a:t>
            </a:r>
            <a:endParaRPr lang="en-US" sz="40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8916925" y="1374670"/>
            <a:ext cx="2222051" cy="435882"/>
            <a:chOff x="8822532" y="1308120"/>
            <a:chExt cx="2222051" cy="435882"/>
          </a:xfrm>
        </p:grpSpPr>
        <p:sp>
          <p:nvSpPr>
            <p:cNvPr id="63" name="TextBox 62"/>
            <p:cNvSpPr txBox="1"/>
            <p:nvPr/>
          </p:nvSpPr>
          <p:spPr>
            <a:xfrm>
              <a:off x="8822532" y="1374670"/>
              <a:ext cx="18774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/>
                <a:t>Login with Google</a:t>
              </a:r>
              <a:endParaRPr lang="en-AU" u="sng" dirty="0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28218" y="1308120"/>
              <a:ext cx="416365" cy="4358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2561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val 106"/>
          <p:cNvSpPr/>
          <p:nvPr/>
        </p:nvSpPr>
        <p:spPr>
          <a:xfrm>
            <a:off x="14885045" y="1231051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ounded Rectangle 18"/>
          <p:cNvSpPr/>
          <p:nvPr/>
        </p:nvSpPr>
        <p:spPr>
          <a:xfrm>
            <a:off x="835736" y="276999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4" name="Group 3"/>
          <p:cNvGrpSpPr/>
          <p:nvPr/>
        </p:nvGrpSpPr>
        <p:grpSpPr>
          <a:xfrm>
            <a:off x="1272591" y="5560541"/>
            <a:ext cx="2448610" cy="871501"/>
            <a:chOff x="828319" y="5520554"/>
            <a:chExt cx="2448610" cy="871501"/>
          </a:xfrm>
        </p:grpSpPr>
        <p:grpSp>
          <p:nvGrpSpPr>
            <p:cNvPr id="3" name="Group 2"/>
            <p:cNvGrpSpPr/>
            <p:nvPr/>
          </p:nvGrpSpPr>
          <p:grpSpPr>
            <a:xfrm>
              <a:off x="828319" y="5520554"/>
              <a:ext cx="972844" cy="871501"/>
              <a:chOff x="828319" y="5755307"/>
              <a:chExt cx="812082" cy="691699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890903" y="5755307"/>
                <a:ext cx="714012" cy="691699"/>
              </a:xfrm>
              <a:prstGeom prst="ellipse">
                <a:avLst/>
              </a:prstGeom>
              <a:solidFill>
                <a:srgbClr val="FF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828319" y="6122646"/>
                <a:ext cx="812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AU" sz="1200" dirty="0"/>
                  <a:t>With Syan</a:t>
                </a:r>
              </a:p>
            </p:txBody>
          </p:sp>
          <p:pic>
            <p:nvPicPr>
              <p:cNvPr id="53" name="Picture 4" descr="Free Microphone Icon, Symbol. Download in SVG &amp; PNG Formats.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7392" y="5785943"/>
                <a:ext cx="371992" cy="3719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5" name="Picture 12" descr="Wellbeing Icons - Free SVG &amp; PNG Wellbeing Images - Noun Projec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9147" y="5646141"/>
              <a:ext cx="376894" cy="376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4" name="TextBox 53"/>
            <p:cNvSpPr txBox="1"/>
            <p:nvPr/>
          </p:nvSpPr>
          <p:spPr>
            <a:xfrm>
              <a:off x="2422208" y="6023035"/>
              <a:ext cx="8547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r>
                <a:rPr lang="en-AU" dirty="0"/>
                <a:t>Soul Space</a:t>
              </a:r>
            </a:p>
          </p:txBody>
        </p:sp>
      </p:grpSp>
      <p:sp>
        <p:nvSpPr>
          <p:cNvPr id="55" name="Rounded Rectangle 54"/>
          <p:cNvSpPr/>
          <p:nvPr/>
        </p:nvSpPr>
        <p:spPr>
          <a:xfrm>
            <a:off x="922020" y="710321"/>
            <a:ext cx="3154680" cy="4542485"/>
          </a:xfrm>
          <a:prstGeom prst="roundRect">
            <a:avLst>
              <a:gd name="adj" fmla="val 343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5273854" y="276999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74" name="Group 73"/>
          <p:cNvGrpSpPr/>
          <p:nvPr/>
        </p:nvGrpSpPr>
        <p:grpSpPr>
          <a:xfrm>
            <a:off x="5710709" y="5560541"/>
            <a:ext cx="2448610" cy="871501"/>
            <a:chOff x="828319" y="5520554"/>
            <a:chExt cx="2448610" cy="871501"/>
          </a:xfrm>
        </p:grpSpPr>
        <p:grpSp>
          <p:nvGrpSpPr>
            <p:cNvPr id="75" name="Group 74"/>
            <p:cNvGrpSpPr/>
            <p:nvPr/>
          </p:nvGrpSpPr>
          <p:grpSpPr>
            <a:xfrm>
              <a:off x="828319" y="5520554"/>
              <a:ext cx="2446955" cy="871501"/>
              <a:chOff x="828319" y="5755307"/>
              <a:chExt cx="2042597" cy="691699"/>
            </a:xfrm>
          </p:grpSpPr>
          <p:sp>
            <p:nvSpPr>
              <p:cNvPr id="78" name="Oval 77"/>
              <p:cNvSpPr/>
              <p:nvPr/>
            </p:nvSpPr>
            <p:spPr>
              <a:xfrm>
                <a:off x="2156904" y="5755307"/>
                <a:ext cx="714012" cy="691699"/>
              </a:xfrm>
              <a:prstGeom prst="ellipse">
                <a:avLst/>
              </a:prstGeom>
              <a:solidFill>
                <a:srgbClr val="FF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828319" y="6122646"/>
                <a:ext cx="812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AU" sz="1200" dirty="0"/>
                  <a:t>With Syan</a:t>
                </a:r>
              </a:p>
            </p:txBody>
          </p:sp>
          <p:pic>
            <p:nvPicPr>
              <p:cNvPr id="80" name="Picture 4" descr="Free Microphone Icon, Symbol. Download in SVG &amp; PNG Formats.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7392" y="5785943"/>
                <a:ext cx="371992" cy="3719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76" name="Picture 12" descr="Wellbeing Icons - Free SVG &amp; PNG Wellbeing Images - Noun Projec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9147" y="5646141"/>
              <a:ext cx="376894" cy="376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7" name="TextBox 76"/>
            <p:cNvSpPr txBox="1"/>
            <p:nvPr/>
          </p:nvSpPr>
          <p:spPr>
            <a:xfrm>
              <a:off x="2422208" y="6023035"/>
              <a:ext cx="8547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r>
                <a:rPr lang="en-AU" dirty="0"/>
                <a:t>Soul Space</a:t>
              </a:r>
            </a:p>
          </p:txBody>
        </p:sp>
      </p:grpSp>
      <p:pic>
        <p:nvPicPr>
          <p:cNvPr id="108" name="Picture 10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0138" y="604808"/>
            <a:ext cx="3154679" cy="4887986"/>
          </a:xfrm>
          <a:prstGeom prst="rect">
            <a:avLst/>
          </a:prstGeom>
        </p:spPr>
      </p:pic>
      <p:sp>
        <p:nvSpPr>
          <p:cNvPr id="109" name="Rounded Rectangle 108"/>
          <p:cNvSpPr/>
          <p:nvPr/>
        </p:nvSpPr>
        <p:spPr>
          <a:xfrm>
            <a:off x="8746829" y="276999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110" name="Group 109"/>
          <p:cNvGrpSpPr/>
          <p:nvPr/>
        </p:nvGrpSpPr>
        <p:grpSpPr>
          <a:xfrm>
            <a:off x="9183684" y="5560541"/>
            <a:ext cx="2448610" cy="871501"/>
            <a:chOff x="828319" y="5520554"/>
            <a:chExt cx="2448610" cy="871501"/>
          </a:xfrm>
        </p:grpSpPr>
        <p:grpSp>
          <p:nvGrpSpPr>
            <p:cNvPr id="111" name="Group 110"/>
            <p:cNvGrpSpPr/>
            <p:nvPr/>
          </p:nvGrpSpPr>
          <p:grpSpPr>
            <a:xfrm>
              <a:off x="828319" y="5520554"/>
              <a:ext cx="2446955" cy="871501"/>
              <a:chOff x="828319" y="5755307"/>
              <a:chExt cx="2042597" cy="691699"/>
            </a:xfrm>
          </p:grpSpPr>
          <p:sp>
            <p:nvSpPr>
              <p:cNvPr id="122" name="Oval 121"/>
              <p:cNvSpPr/>
              <p:nvPr/>
            </p:nvSpPr>
            <p:spPr>
              <a:xfrm>
                <a:off x="2156904" y="5755307"/>
                <a:ext cx="714012" cy="691699"/>
              </a:xfrm>
              <a:prstGeom prst="ellipse">
                <a:avLst/>
              </a:prstGeom>
              <a:solidFill>
                <a:srgbClr val="FF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3" name="TextBox 122"/>
              <p:cNvSpPr txBox="1"/>
              <p:nvPr/>
            </p:nvSpPr>
            <p:spPr>
              <a:xfrm>
                <a:off x="828319" y="6122646"/>
                <a:ext cx="812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AU" sz="1200" dirty="0"/>
                  <a:t>With Syan</a:t>
                </a:r>
              </a:p>
            </p:txBody>
          </p:sp>
          <p:pic>
            <p:nvPicPr>
              <p:cNvPr id="124" name="Picture 4" descr="Free Microphone Icon, Symbol. Download in SVG &amp; PNG Formats.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7392" y="5785943"/>
                <a:ext cx="371992" cy="3719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2" name="Picture 12" descr="Wellbeing Icons - Free SVG &amp; PNG Wellbeing Images - Noun Projec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9147" y="5646141"/>
              <a:ext cx="376894" cy="376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1" name="TextBox 120"/>
            <p:cNvSpPr txBox="1"/>
            <p:nvPr/>
          </p:nvSpPr>
          <p:spPr>
            <a:xfrm>
              <a:off x="2422208" y="6023035"/>
              <a:ext cx="8547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r>
                <a:rPr lang="en-AU" dirty="0"/>
                <a:t>Soul Space</a:t>
              </a:r>
            </a:p>
          </p:txBody>
        </p:sp>
      </p:grpSp>
      <p:cxnSp>
        <p:nvCxnSpPr>
          <p:cNvPr id="126" name="Straight Arrow Connector 125"/>
          <p:cNvCxnSpPr/>
          <p:nvPr/>
        </p:nvCxnSpPr>
        <p:spPr>
          <a:xfrm flipH="1">
            <a:off x="8926049" y="482413"/>
            <a:ext cx="25763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7" name="Picture 1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3113" y="605966"/>
            <a:ext cx="3104420" cy="4884078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120" y="710320"/>
            <a:ext cx="3154579" cy="457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974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13" b="17910"/>
          <a:stretch/>
        </p:blipFill>
        <p:spPr>
          <a:xfrm>
            <a:off x="-11411" y="580030"/>
            <a:ext cx="12207716" cy="440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635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5347430" y="934880"/>
            <a:ext cx="2994370" cy="4339988"/>
          </a:xfrm>
          <a:prstGeom prst="roundRect">
            <a:avLst>
              <a:gd name="adj" fmla="val 6868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/>
          <p:cNvSpPr txBox="1"/>
          <p:nvPr/>
        </p:nvSpPr>
        <p:spPr>
          <a:xfrm>
            <a:off x="2668722" y="41665"/>
            <a:ext cx="267893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Okay Syan, I am good and now play me my song</a:t>
            </a:r>
            <a:br>
              <a:rPr lang="en-US" sz="1000" dirty="0"/>
            </a:br>
            <a:r>
              <a:rPr lang="en-US" sz="1000" dirty="0"/>
              <a:t>150</a:t>
            </a:r>
          </a:p>
          <a:p>
            <a:r>
              <a:rPr lang="en-US" sz="1000" dirty="0"/>
              <a:t>-165</a:t>
            </a:r>
          </a:p>
          <a:p>
            <a:r>
              <a:rPr lang="en-US" sz="1000" dirty="0"/>
              <a:t>100</a:t>
            </a:r>
          </a:p>
          <a:p>
            <a:r>
              <a:rPr lang="en-US" sz="1000" dirty="0"/>
              <a:t>127</a:t>
            </a:r>
          </a:p>
          <a:p>
            <a:r>
              <a:rPr lang="en-US" sz="1000" dirty="0"/>
              <a:t>-37</a:t>
            </a:r>
          </a:p>
          <a:p>
            <a:r>
              <a:rPr lang="en-US" sz="1000" dirty="0"/>
              <a:t>248</a:t>
            </a:r>
            <a:endParaRPr lang="en-AU" sz="1000" dirty="0"/>
          </a:p>
        </p:txBody>
      </p:sp>
      <p:sp>
        <p:nvSpPr>
          <p:cNvPr id="2" name="Oval 1"/>
          <p:cNvSpPr/>
          <p:nvPr/>
        </p:nvSpPr>
        <p:spPr>
          <a:xfrm>
            <a:off x="5452281" y="1903863"/>
            <a:ext cx="2831910" cy="31321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" name="Rounded Rectangle 2"/>
          <p:cNvSpPr/>
          <p:nvPr/>
        </p:nvSpPr>
        <p:spPr>
          <a:xfrm>
            <a:off x="1364776" y="293427"/>
            <a:ext cx="975815" cy="15831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Kim</a:t>
            </a:r>
            <a:endParaRPr lang="en-AU" dirty="0"/>
          </a:p>
        </p:txBody>
      </p:sp>
      <p:sp>
        <p:nvSpPr>
          <p:cNvPr id="31" name="Rounded Rectangle 30"/>
          <p:cNvSpPr/>
          <p:nvPr/>
        </p:nvSpPr>
        <p:spPr>
          <a:xfrm>
            <a:off x="1364776" y="2390633"/>
            <a:ext cx="975815" cy="15831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Bobby</a:t>
            </a:r>
            <a:endParaRPr lang="en-AU" dirty="0"/>
          </a:p>
        </p:txBody>
      </p:sp>
      <p:sp>
        <p:nvSpPr>
          <p:cNvPr id="32" name="Rounded Rectangle 31"/>
          <p:cNvSpPr/>
          <p:nvPr/>
        </p:nvSpPr>
        <p:spPr>
          <a:xfrm>
            <a:off x="1364776" y="4615218"/>
            <a:ext cx="975815" cy="15831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John</a:t>
            </a:r>
            <a:endParaRPr lang="en-AU" dirty="0"/>
          </a:p>
        </p:txBody>
      </p:sp>
      <p:sp>
        <p:nvSpPr>
          <p:cNvPr id="33" name="Rounded Rectangle 32"/>
          <p:cNvSpPr/>
          <p:nvPr/>
        </p:nvSpPr>
        <p:spPr>
          <a:xfrm>
            <a:off x="10927307" y="293427"/>
            <a:ext cx="975815" cy="15831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Kumar</a:t>
            </a:r>
            <a:endParaRPr lang="en-AU" dirty="0"/>
          </a:p>
        </p:txBody>
      </p:sp>
      <p:cxnSp>
        <p:nvCxnSpPr>
          <p:cNvPr id="5" name="Straight Arrow Connector 4"/>
          <p:cNvCxnSpPr>
            <a:endCxn id="2" idx="1"/>
          </p:cNvCxnSpPr>
          <p:nvPr/>
        </p:nvCxnSpPr>
        <p:spPr>
          <a:xfrm>
            <a:off x="2340591" y="532263"/>
            <a:ext cx="3526414" cy="1830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 flipV="1">
            <a:off x="2340591" y="791588"/>
            <a:ext cx="3448150" cy="1723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2" idx="2"/>
          </p:cNvCxnSpPr>
          <p:nvPr/>
        </p:nvCxnSpPr>
        <p:spPr>
          <a:xfrm>
            <a:off x="2340591" y="2739804"/>
            <a:ext cx="3111690" cy="730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 flipV="1">
            <a:off x="2340591" y="3002508"/>
            <a:ext cx="3168370" cy="648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736376" y="255681"/>
            <a:ext cx="2388358" cy="214525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TextBox 40"/>
          <p:cNvSpPr txBox="1"/>
          <p:nvPr/>
        </p:nvSpPr>
        <p:spPr>
          <a:xfrm>
            <a:off x="3598617" y="2615911"/>
            <a:ext cx="4203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125</a:t>
            </a:r>
          </a:p>
          <a:p>
            <a:r>
              <a:rPr lang="en-US" sz="1000" dirty="0"/>
              <a:t>-125</a:t>
            </a:r>
          </a:p>
          <a:p>
            <a:r>
              <a:rPr lang="en-US" sz="1000" dirty="0"/>
              <a:t>10</a:t>
            </a:r>
          </a:p>
          <a:p>
            <a:r>
              <a:rPr lang="en-US" sz="1000" dirty="0"/>
              <a:t>17</a:t>
            </a:r>
          </a:p>
          <a:p>
            <a:r>
              <a:rPr lang="en-US" sz="1000" dirty="0"/>
              <a:t>-67</a:t>
            </a:r>
          </a:p>
          <a:p>
            <a:r>
              <a:rPr lang="en-US" sz="1000" dirty="0"/>
              <a:t>-48</a:t>
            </a:r>
            <a:endParaRPr lang="en-AU" sz="1000" dirty="0"/>
          </a:p>
        </p:txBody>
      </p:sp>
      <p:sp>
        <p:nvSpPr>
          <p:cNvPr id="42" name="TextBox 41"/>
          <p:cNvSpPr txBox="1"/>
          <p:nvPr/>
        </p:nvSpPr>
        <p:spPr>
          <a:xfrm>
            <a:off x="2539333" y="3631574"/>
            <a:ext cx="2714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“I am glad to hear  that, Like to listen to these?</a:t>
            </a:r>
            <a:endParaRPr lang="en-AU" sz="1000" dirty="0"/>
          </a:p>
        </p:txBody>
      </p:sp>
      <p:sp>
        <p:nvSpPr>
          <p:cNvPr id="43" name="Oval 42"/>
          <p:cNvSpPr/>
          <p:nvPr/>
        </p:nvSpPr>
        <p:spPr>
          <a:xfrm>
            <a:off x="2620371" y="2578165"/>
            <a:ext cx="2388358" cy="214525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TextBox 43"/>
          <p:cNvSpPr txBox="1"/>
          <p:nvPr/>
        </p:nvSpPr>
        <p:spPr>
          <a:xfrm>
            <a:off x="9401190" y="903991"/>
            <a:ext cx="28886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-1</a:t>
            </a:r>
          </a:p>
          <a:p>
            <a:r>
              <a:rPr lang="en-US" sz="1000" dirty="0"/>
              <a:t>0</a:t>
            </a:r>
          </a:p>
          <a:p>
            <a:r>
              <a:rPr lang="en-US" sz="1000" dirty="0"/>
              <a:t>1</a:t>
            </a:r>
          </a:p>
          <a:p>
            <a:r>
              <a:rPr lang="en-US" sz="1000" dirty="0"/>
              <a:t>-7</a:t>
            </a:r>
          </a:p>
          <a:p>
            <a:r>
              <a:rPr lang="en-US" sz="1000" dirty="0"/>
              <a:t>-3</a:t>
            </a:r>
            <a:br>
              <a:rPr lang="en-US" sz="1000" dirty="0"/>
            </a:br>
            <a:r>
              <a:rPr lang="en-US" sz="1000" dirty="0"/>
              <a:t>2</a:t>
            </a:r>
            <a:endParaRPr lang="en-AU" sz="1000" dirty="0"/>
          </a:p>
        </p:txBody>
      </p:sp>
      <p:sp>
        <p:nvSpPr>
          <p:cNvPr id="45" name="TextBox 44"/>
          <p:cNvSpPr txBox="1"/>
          <p:nvPr/>
        </p:nvSpPr>
        <p:spPr>
          <a:xfrm>
            <a:off x="8629446" y="2269086"/>
            <a:ext cx="13821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“</a:t>
            </a:r>
            <a:r>
              <a:rPr lang="en-US" sz="1000" dirty="0" err="1"/>
              <a:t>Shh</a:t>
            </a:r>
            <a:r>
              <a:rPr lang="en-US" sz="1000" dirty="0"/>
              <a:t>! Are you asleep?”</a:t>
            </a:r>
            <a:endParaRPr lang="en-AU" sz="1000" dirty="0"/>
          </a:p>
        </p:txBody>
      </p:sp>
      <p:sp>
        <p:nvSpPr>
          <p:cNvPr id="46" name="Oval 45"/>
          <p:cNvSpPr/>
          <p:nvPr/>
        </p:nvSpPr>
        <p:spPr>
          <a:xfrm>
            <a:off x="8422944" y="866245"/>
            <a:ext cx="2388358" cy="214525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7" name="Straight Arrow Connector 46"/>
          <p:cNvCxnSpPr>
            <a:endCxn id="2" idx="7"/>
          </p:cNvCxnSpPr>
          <p:nvPr/>
        </p:nvCxnSpPr>
        <p:spPr>
          <a:xfrm flipH="1">
            <a:off x="7869467" y="772369"/>
            <a:ext cx="3057840" cy="1590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endCxn id="33" idx="1"/>
          </p:cNvCxnSpPr>
          <p:nvPr/>
        </p:nvCxnSpPr>
        <p:spPr>
          <a:xfrm flipV="1">
            <a:off x="8024512" y="1084997"/>
            <a:ext cx="2902795" cy="1530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05701" y="1890329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POST</a:t>
            </a:r>
            <a:endParaRPr lang="en-AU" dirty="0"/>
          </a:p>
        </p:txBody>
      </p:sp>
      <p:sp>
        <p:nvSpPr>
          <p:cNvPr id="24" name="TextBox 23"/>
          <p:cNvSpPr txBox="1"/>
          <p:nvPr/>
        </p:nvSpPr>
        <p:spPr>
          <a:xfrm>
            <a:off x="6218640" y="934880"/>
            <a:ext cx="1106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FAST API</a:t>
            </a:r>
            <a:endParaRPr lang="en-AU" sz="2000" b="1" dirty="0"/>
          </a:p>
        </p:txBody>
      </p:sp>
      <p:sp>
        <p:nvSpPr>
          <p:cNvPr id="28" name="Freeform 27"/>
          <p:cNvSpPr/>
          <p:nvPr/>
        </p:nvSpPr>
        <p:spPr>
          <a:xfrm rot="12394560">
            <a:off x="8826868" y="3465929"/>
            <a:ext cx="2924581" cy="2522958"/>
          </a:xfrm>
          <a:custGeom>
            <a:avLst/>
            <a:gdLst>
              <a:gd name="connsiteX0" fmla="*/ 1887716 w 2924581"/>
              <a:gd name="connsiteY0" fmla="*/ 2465354 h 2522958"/>
              <a:gd name="connsiteX1" fmla="*/ 1792165 w 2924581"/>
              <a:gd name="connsiteY1" fmla="*/ 2509861 h 2522958"/>
              <a:gd name="connsiteX2" fmla="*/ 1375929 w 2924581"/>
              <a:gd name="connsiteY2" fmla="*/ 2312120 h 2522958"/>
              <a:gd name="connsiteX3" fmla="*/ 757628 w 2924581"/>
              <a:gd name="connsiteY3" fmla="*/ 2116748 h 2522958"/>
              <a:gd name="connsiteX4" fmla="*/ 485775 w 2924581"/>
              <a:gd name="connsiteY4" fmla="*/ 1899335 h 2522958"/>
              <a:gd name="connsiteX5" fmla="*/ 543863 w 2924581"/>
              <a:gd name="connsiteY5" fmla="*/ 1605865 h 2522958"/>
              <a:gd name="connsiteX6" fmla="*/ 421199 w 2924581"/>
              <a:gd name="connsiteY6" fmla="*/ 1304774 h 2522958"/>
              <a:gd name="connsiteX7" fmla="*/ 445728 w 2924581"/>
              <a:gd name="connsiteY7" fmla="*/ 1205164 h 2522958"/>
              <a:gd name="connsiteX8" fmla="*/ 456444 w 2924581"/>
              <a:gd name="connsiteY8" fmla="*/ 1187231 h 2522958"/>
              <a:gd name="connsiteX9" fmla="*/ 420518 w 2924581"/>
              <a:gd name="connsiteY9" fmla="*/ 1150360 h 2522958"/>
              <a:gd name="connsiteX10" fmla="*/ 321894 w 2924581"/>
              <a:gd name="connsiteY10" fmla="*/ 1003277 h 2522958"/>
              <a:gd name="connsiteX11" fmla="*/ 151276 w 2924581"/>
              <a:gd name="connsiteY11" fmla="*/ 792131 h 2522958"/>
              <a:gd name="connsiteX12" fmla="*/ 93065 w 2924581"/>
              <a:gd name="connsiteY12" fmla="*/ 544135 h 2522958"/>
              <a:gd name="connsiteX13" fmla="*/ 4875 w 2924581"/>
              <a:gd name="connsiteY13" fmla="*/ 358187 h 2522958"/>
              <a:gd name="connsiteX14" fmla="*/ 84461 w 2924581"/>
              <a:gd name="connsiteY14" fmla="*/ 273109 h 2522958"/>
              <a:gd name="connsiteX15" fmla="*/ 27936 w 2924581"/>
              <a:gd name="connsiteY15" fmla="*/ 48705 h 2522958"/>
              <a:gd name="connsiteX16" fmla="*/ 201604 w 2924581"/>
              <a:gd name="connsiteY16" fmla="*/ 89221 h 2522958"/>
              <a:gd name="connsiteX17" fmla="*/ 422109 w 2924581"/>
              <a:gd name="connsiteY17" fmla="*/ 95346 h 2522958"/>
              <a:gd name="connsiteX18" fmla="*/ 569158 w 2924581"/>
              <a:gd name="connsiteY18" fmla="*/ 170318 h 2522958"/>
              <a:gd name="connsiteX19" fmla="*/ 667229 w 2924581"/>
              <a:gd name="connsiteY19" fmla="*/ 341121 h 2522958"/>
              <a:gd name="connsiteX20" fmla="*/ 810907 w 2924581"/>
              <a:gd name="connsiteY20" fmla="*/ 486514 h 2522958"/>
              <a:gd name="connsiteX21" fmla="*/ 843057 w 2924581"/>
              <a:gd name="connsiteY21" fmla="*/ 545276 h 2522958"/>
              <a:gd name="connsiteX22" fmla="*/ 845863 w 2924581"/>
              <a:gd name="connsiteY22" fmla="*/ 552852 h 2522958"/>
              <a:gd name="connsiteX23" fmla="*/ 853252 w 2924581"/>
              <a:gd name="connsiteY23" fmla="*/ 547146 h 2522958"/>
              <a:gd name="connsiteX24" fmla="*/ 1232590 w 2924581"/>
              <a:gd name="connsiteY24" fmla="*/ 557993 h 2522958"/>
              <a:gd name="connsiteX25" fmla="*/ 1232683 w 2924581"/>
              <a:gd name="connsiteY25" fmla="*/ 557831 h 2522958"/>
              <a:gd name="connsiteX26" fmla="*/ 1275401 w 2924581"/>
              <a:gd name="connsiteY26" fmla="*/ 483404 h 2522958"/>
              <a:gd name="connsiteX27" fmla="*/ 1722030 w 2924581"/>
              <a:gd name="connsiteY27" fmla="*/ 466847 h 2522958"/>
              <a:gd name="connsiteX28" fmla="*/ 1724214 w 2924581"/>
              <a:gd name="connsiteY28" fmla="*/ 462852 h 2522958"/>
              <a:gd name="connsiteX29" fmla="*/ 1755918 w 2924581"/>
              <a:gd name="connsiteY29" fmla="*/ 404830 h 2522958"/>
              <a:gd name="connsiteX30" fmla="*/ 1912745 w 2924581"/>
              <a:gd name="connsiteY30" fmla="*/ 300415 h 2522958"/>
              <a:gd name="connsiteX31" fmla="*/ 2101644 w 2924581"/>
              <a:gd name="connsiteY31" fmla="*/ 360165 h 2522958"/>
              <a:gd name="connsiteX32" fmla="*/ 2146498 w 2924581"/>
              <a:gd name="connsiteY32" fmla="*/ 414516 h 2522958"/>
              <a:gd name="connsiteX33" fmla="*/ 2149270 w 2924581"/>
              <a:gd name="connsiteY33" fmla="*/ 417875 h 2522958"/>
              <a:gd name="connsiteX34" fmla="*/ 2343333 w 2924581"/>
              <a:gd name="connsiteY34" fmla="*/ 298744 h 2522958"/>
              <a:gd name="connsiteX35" fmla="*/ 2475332 w 2924581"/>
              <a:gd name="connsiteY35" fmla="*/ 325648 h 2522958"/>
              <a:gd name="connsiteX36" fmla="*/ 2640680 w 2924581"/>
              <a:gd name="connsiteY36" fmla="*/ 577252 h 2522958"/>
              <a:gd name="connsiteX37" fmla="*/ 2641580 w 2924581"/>
              <a:gd name="connsiteY37" fmla="*/ 577701 h 2522958"/>
              <a:gd name="connsiteX38" fmla="*/ 2711496 w 2924581"/>
              <a:gd name="connsiteY38" fmla="*/ 612554 h 2522958"/>
              <a:gd name="connsiteX39" fmla="*/ 2852880 w 2924581"/>
              <a:gd name="connsiteY39" fmla="*/ 821442 h 2522958"/>
              <a:gd name="connsiteX40" fmla="*/ 2843382 w 2924581"/>
              <a:gd name="connsiteY40" fmla="*/ 1086229 h 2522958"/>
              <a:gd name="connsiteX41" fmla="*/ 2912765 w 2924581"/>
              <a:gd name="connsiteY41" fmla="*/ 1491083 h 2522958"/>
              <a:gd name="connsiteX42" fmla="*/ 2587745 w 2924581"/>
              <a:gd name="connsiteY42" fmla="*/ 1845472 h 2522958"/>
              <a:gd name="connsiteX43" fmla="*/ 2471394 w 2924581"/>
              <a:gd name="connsiteY43" fmla="*/ 2149138 h 2522958"/>
              <a:gd name="connsiteX44" fmla="*/ 2075254 w 2924581"/>
              <a:gd name="connsiteY44" fmla="*/ 2185905 h 2522958"/>
              <a:gd name="connsiteX45" fmla="*/ 1887716 w 2924581"/>
              <a:gd name="connsiteY45" fmla="*/ 2465354 h 2522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2924581" h="2522958">
                <a:moveTo>
                  <a:pt x="1887716" y="2465354"/>
                </a:moveTo>
                <a:cubicBezTo>
                  <a:pt x="1857989" y="2484963"/>
                  <a:pt x="1825929" y="2500038"/>
                  <a:pt x="1792165" y="2509861"/>
                </a:cubicBezTo>
                <a:cubicBezTo>
                  <a:pt x="1633015" y="2556155"/>
                  <a:pt x="1466915" y="2477264"/>
                  <a:pt x="1375929" y="2312120"/>
                </a:cubicBezTo>
                <a:cubicBezTo>
                  <a:pt x="1161180" y="2468871"/>
                  <a:pt x="882262" y="2380762"/>
                  <a:pt x="757628" y="2116748"/>
                </a:cubicBezTo>
                <a:cubicBezTo>
                  <a:pt x="635196" y="2134101"/>
                  <a:pt x="520234" y="2042183"/>
                  <a:pt x="485775" y="1899335"/>
                </a:cubicBezTo>
                <a:cubicBezTo>
                  <a:pt x="460813" y="1795985"/>
                  <a:pt x="482879" y="1684447"/>
                  <a:pt x="543863" y="1605865"/>
                </a:cubicBezTo>
                <a:cubicBezTo>
                  <a:pt x="457339" y="1544226"/>
                  <a:pt x="409153" y="1425942"/>
                  <a:pt x="421199" y="1304774"/>
                </a:cubicBezTo>
                <a:cubicBezTo>
                  <a:pt x="424732" y="1269307"/>
                  <a:pt x="433195" y="1235761"/>
                  <a:pt x="445728" y="1205164"/>
                </a:cubicBezTo>
                <a:lnTo>
                  <a:pt x="456444" y="1187231"/>
                </a:lnTo>
                <a:lnTo>
                  <a:pt x="420518" y="1150360"/>
                </a:lnTo>
                <a:cubicBezTo>
                  <a:pt x="381914" y="1106559"/>
                  <a:pt x="346830" y="1054246"/>
                  <a:pt x="321894" y="1003277"/>
                </a:cubicBezTo>
                <a:cubicBezTo>
                  <a:pt x="260816" y="952011"/>
                  <a:pt x="197972" y="874231"/>
                  <a:pt x="151276" y="792131"/>
                </a:cubicBezTo>
                <a:cubicBezTo>
                  <a:pt x="89197" y="682986"/>
                  <a:pt x="66189" y="584969"/>
                  <a:pt x="93065" y="544135"/>
                </a:cubicBezTo>
                <a:cubicBezTo>
                  <a:pt x="48772" y="479852"/>
                  <a:pt x="16626" y="412052"/>
                  <a:pt x="4875" y="358187"/>
                </a:cubicBezTo>
                <a:cubicBezTo>
                  <a:pt x="-12985" y="276337"/>
                  <a:pt x="19276" y="241867"/>
                  <a:pt x="84461" y="273109"/>
                </a:cubicBezTo>
                <a:cubicBezTo>
                  <a:pt x="32512" y="177848"/>
                  <a:pt x="10995" y="92416"/>
                  <a:pt x="27936" y="48705"/>
                </a:cubicBezTo>
                <a:cubicBezTo>
                  <a:pt x="47902" y="-2801"/>
                  <a:pt x="117197" y="13357"/>
                  <a:pt x="201604" y="89221"/>
                </a:cubicBezTo>
                <a:cubicBezTo>
                  <a:pt x="192628" y="-32096"/>
                  <a:pt x="292090" y="-29347"/>
                  <a:pt x="422109" y="95346"/>
                </a:cubicBezTo>
                <a:cubicBezTo>
                  <a:pt x="444424" y="65759"/>
                  <a:pt x="506600" y="97452"/>
                  <a:pt x="569158" y="170318"/>
                </a:cubicBezTo>
                <a:cubicBezTo>
                  <a:pt x="614426" y="223031"/>
                  <a:pt x="651703" y="287946"/>
                  <a:pt x="667229" y="341121"/>
                </a:cubicBezTo>
                <a:cubicBezTo>
                  <a:pt x="711153" y="360829"/>
                  <a:pt x="767596" y="417947"/>
                  <a:pt x="810907" y="486514"/>
                </a:cubicBezTo>
                <a:cubicBezTo>
                  <a:pt x="823583" y="506585"/>
                  <a:pt x="834363" y="526407"/>
                  <a:pt x="843057" y="545276"/>
                </a:cubicBezTo>
                <a:lnTo>
                  <a:pt x="845863" y="552852"/>
                </a:lnTo>
                <a:lnTo>
                  <a:pt x="853252" y="547146"/>
                </a:lnTo>
                <a:cubicBezTo>
                  <a:pt x="970104" y="473045"/>
                  <a:pt x="1113531" y="473606"/>
                  <a:pt x="1232590" y="557993"/>
                </a:cubicBezTo>
                <a:lnTo>
                  <a:pt x="1232683" y="557831"/>
                </a:lnTo>
                <a:lnTo>
                  <a:pt x="1275401" y="483404"/>
                </a:lnTo>
                <a:cubicBezTo>
                  <a:pt x="1389281" y="328963"/>
                  <a:pt x="1593213" y="313199"/>
                  <a:pt x="1722030" y="466847"/>
                </a:cubicBezTo>
                <a:lnTo>
                  <a:pt x="1724214" y="462852"/>
                </a:lnTo>
                <a:lnTo>
                  <a:pt x="1755918" y="404830"/>
                </a:lnTo>
                <a:cubicBezTo>
                  <a:pt x="1795488" y="348663"/>
                  <a:pt x="1851022" y="310997"/>
                  <a:pt x="1912745" y="300415"/>
                </a:cubicBezTo>
                <a:cubicBezTo>
                  <a:pt x="1980679" y="288751"/>
                  <a:pt x="2048548" y="311094"/>
                  <a:pt x="2101644" y="360165"/>
                </a:cubicBezTo>
                <a:lnTo>
                  <a:pt x="2146498" y="414516"/>
                </a:lnTo>
                <a:lnTo>
                  <a:pt x="2149270" y="417875"/>
                </a:lnTo>
                <a:cubicBezTo>
                  <a:pt x="2199294" y="346619"/>
                  <a:pt x="2269769" y="305274"/>
                  <a:pt x="2343333" y="298744"/>
                </a:cubicBezTo>
                <a:cubicBezTo>
                  <a:pt x="2387471" y="294826"/>
                  <a:pt x="2432721" y="303440"/>
                  <a:pt x="2475332" y="325648"/>
                </a:cubicBezTo>
                <a:cubicBezTo>
                  <a:pt x="2561915" y="370757"/>
                  <a:pt x="2624000" y="465199"/>
                  <a:pt x="2640680" y="577252"/>
                </a:cubicBezTo>
                <a:lnTo>
                  <a:pt x="2641580" y="577701"/>
                </a:lnTo>
                <a:lnTo>
                  <a:pt x="2711496" y="612554"/>
                </a:lnTo>
                <a:cubicBezTo>
                  <a:pt x="2777649" y="657880"/>
                  <a:pt x="2828556" y="731840"/>
                  <a:pt x="2852880" y="821442"/>
                </a:cubicBezTo>
                <a:cubicBezTo>
                  <a:pt x="2876452" y="908159"/>
                  <a:pt x="2873093" y="1002344"/>
                  <a:pt x="2843382" y="1086229"/>
                </a:cubicBezTo>
                <a:cubicBezTo>
                  <a:pt x="2916413" y="1201269"/>
                  <a:pt x="2941954" y="1350399"/>
                  <a:pt x="2912765" y="1491083"/>
                </a:cubicBezTo>
                <a:cubicBezTo>
                  <a:pt x="2873962" y="1678113"/>
                  <a:pt x="2745506" y="1818179"/>
                  <a:pt x="2587745" y="1845472"/>
                </a:cubicBezTo>
                <a:cubicBezTo>
                  <a:pt x="2586993" y="1962211"/>
                  <a:pt x="2544541" y="2072925"/>
                  <a:pt x="2471394" y="2149138"/>
                </a:cubicBezTo>
                <a:cubicBezTo>
                  <a:pt x="2360255" y="2264950"/>
                  <a:pt x="2199714" y="2279832"/>
                  <a:pt x="2075254" y="2185905"/>
                </a:cubicBezTo>
                <a:cubicBezTo>
                  <a:pt x="2045067" y="2306906"/>
                  <a:pt x="1976893" y="2406530"/>
                  <a:pt x="1887716" y="2465354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9" name="TextBox 28"/>
          <p:cNvSpPr txBox="1"/>
          <p:nvPr/>
        </p:nvSpPr>
        <p:spPr>
          <a:xfrm>
            <a:off x="8641843" y="3453961"/>
            <a:ext cx="31222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Gemini Flash 3.1 Live + RAG</a:t>
            </a:r>
            <a:endParaRPr lang="en-AU" sz="2000" b="1" dirty="0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6427535" y="3965830"/>
            <a:ext cx="3048374" cy="79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 flipV="1">
            <a:off x="6373505" y="4209474"/>
            <a:ext cx="3024882" cy="2241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014347" y="3936637"/>
            <a:ext cx="2374710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err="1"/>
              <a:t>Syan’s</a:t>
            </a:r>
            <a:r>
              <a:rPr lang="en-US" sz="1100" dirty="0"/>
              <a:t> answer to Kim (session, context) against: Okay Syan, I am good and now play me my song, </a:t>
            </a:r>
          </a:p>
          <a:p>
            <a:r>
              <a:rPr lang="en-US" sz="1100" dirty="0"/>
              <a:t>Emotion</a:t>
            </a:r>
          </a:p>
          <a:p>
            <a:r>
              <a:rPr lang="en-US" sz="1100" dirty="0"/>
              <a:t>Link of 2-3 recommended tracks (not been sent in the recent past unless specifically requested)</a:t>
            </a:r>
            <a:endParaRPr lang="en-AU" sz="1100" dirty="0"/>
          </a:p>
        </p:txBody>
      </p:sp>
      <p:sp>
        <p:nvSpPr>
          <p:cNvPr id="39" name="Rectangle 38"/>
          <p:cNvSpPr/>
          <p:nvPr/>
        </p:nvSpPr>
        <p:spPr>
          <a:xfrm>
            <a:off x="2499396" y="1253701"/>
            <a:ext cx="218972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err="1"/>
              <a:t>Syan’s</a:t>
            </a:r>
            <a:r>
              <a:rPr lang="en-US" sz="1100" dirty="0"/>
              <a:t> answer to Kim (session, context) against: Okay Syan, I am good and now play me my song,</a:t>
            </a:r>
          </a:p>
          <a:p>
            <a:r>
              <a:rPr lang="en-US" sz="1100" dirty="0"/>
              <a:t>Link of 2-3 recommended tracks (not been sent in the recent past unless specifically requested)</a:t>
            </a:r>
            <a:endParaRPr lang="en-AU" sz="1100" dirty="0"/>
          </a:p>
        </p:txBody>
      </p:sp>
    </p:spTree>
    <p:extLst>
      <p:ext uri="{BB962C8B-B14F-4D97-AF65-F5344CB8AC3E}">
        <p14:creationId xmlns:p14="http://schemas.microsoft.com/office/powerpoint/2010/main" val="4131666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10669" y="285010"/>
            <a:ext cx="3322320" cy="6225540"/>
          </a:xfrm>
          <a:prstGeom prst="roundRect">
            <a:avLst>
              <a:gd name="adj" fmla="val 11621"/>
            </a:avLst>
          </a:prstGeom>
          <a:blipFill>
            <a:blip r:embed="rId2"/>
            <a:stretch>
              <a:fillRect/>
            </a:stretch>
          </a:blip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/>
          <p:cNvSpPr txBox="1"/>
          <p:nvPr/>
        </p:nvSpPr>
        <p:spPr>
          <a:xfrm>
            <a:off x="865163" y="1374670"/>
            <a:ext cx="321446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10:10 am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10-Oct-2026</a:t>
            </a:r>
            <a:endParaRPr lang="en-AU" sz="2000" dirty="0">
              <a:solidFill>
                <a:schemeClr val="bg1"/>
              </a:solidFill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13585542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Oval 56"/>
          <p:cNvSpPr/>
          <p:nvPr/>
        </p:nvSpPr>
        <p:spPr>
          <a:xfrm>
            <a:off x="17363603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2" name="Rounded Rectangle 61"/>
          <p:cNvSpPr/>
          <p:nvPr/>
        </p:nvSpPr>
        <p:spPr>
          <a:xfrm>
            <a:off x="8366791" y="28501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5" name="Oval 64"/>
          <p:cNvSpPr/>
          <p:nvPr/>
        </p:nvSpPr>
        <p:spPr>
          <a:xfrm>
            <a:off x="21141664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ounded Rectangle 3"/>
          <p:cNvSpPr/>
          <p:nvPr/>
        </p:nvSpPr>
        <p:spPr>
          <a:xfrm>
            <a:off x="1097281" y="2609558"/>
            <a:ext cx="2757268" cy="569741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444" y="2651120"/>
            <a:ext cx="390580" cy="409632"/>
          </a:xfrm>
          <a:prstGeom prst="rect">
            <a:avLst/>
          </a:prstGeom>
        </p:spPr>
      </p:pic>
      <p:pic>
        <p:nvPicPr>
          <p:cNvPr id="6" name="Picture 4" descr="Free Microphone Icon, Symbol. Download in SVG &amp; PNG Formats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9288" y="2740581"/>
            <a:ext cx="338174" cy="338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1188468" y="3799131"/>
            <a:ext cx="475556" cy="475556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sp>
        <p:nvSpPr>
          <p:cNvPr id="71" name="Title 1"/>
          <p:cNvSpPr txBox="1">
            <a:spLocks/>
          </p:cNvSpPr>
          <p:nvPr/>
        </p:nvSpPr>
        <p:spPr>
          <a:xfrm>
            <a:off x="1064381" y="4274687"/>
            <a:ext cx="723729" cy="27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6" r="56443"/>
          <a:stretch/>
        </p:blipFill>
        <p:spPr>
          <a:xfrm>
            <a:off x="4588730" y="285010"/>
            <a:ext cx="3322320" cy="6225540"/>
          </a:xfrm>
          <a:custGeom>
            <a:avLst/>
            <a:gdLst>
              <a:gd name="connsiteX0" fmla="*/ 386087 w 3322320"/>
              <a:gd name="connsiteY0" fmla="*/ 0 h 6225540"/>
              <a:gd name="connsiteX1" fmla="*/ 2936233 w 3322320"/>
              <a:gd name="connsiteY1" fmla="*/ 0 h 6225540"/>
              <a:gd name="connsiteX2" fmla="*/ 3322320 w 3322320"/>
              <a:gd name="connsiteY2" fmla="*/ 386087 h 6225540"/>
              <a:gd name="connsiteX3" fmla="*/ 3322320 w 3322320"/>
              <a:gd name="connsiteY3" fmla="*/ 5839453 h 6225540"/>
              <a:gd name="connsiteX4" fmla="*/ 2936233 w 3322320"/>
              <a:gd name="connsiteY4" fmla="*/ 6225540 h 6225540"/>
              <a:gd name="connsiteX5" fmla="*/ 386087 w 3322320"/>
              <a:gd name="connsiteY5" fmla="*/ 6225540 h 6225540"/>
              <a:gd name="connsiteX6" fmla="*/ 0 w 3322320"/>
              <a:gd name="connsiteY6" fmla="*/ 5839453 h 6225540"/>
              <a:gd name="connsiteX7" fmla="*/ 0 w 3322320"/>
              <a:gd name="connsiteY7" fmla="*/ 386087 h 6225540"/>
              <a:gd name="connsiteX8" fmla="*/ 386087 w 3322320"/>
              <a:gd name="connsiteY8" fmla="*/ 0 h 622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22320" h="6225540">
                <a:moveTo>
                  <a:pt x="386087" y="0"/>
                </a:moveTo>
                <a:lnTo>
                  <a:pt x="2936233" y="0"/>
                </a:lnTo>
                <a:cubicBezTo>
                  <a:pt x="3149463" y="0"/>
                  <a:pt x="3322320" y="172857"/>
                  <a:pt x="3322320" y="386087"/>
                </a:cubicBezTo>
                <a:lnTo>
                  <a:pt x="3322320" y="5839453"/>
                </a:lnTo>
                <a:cubicBezTo>
                  <a:pt x="3322320" y="6052683"/>
                  <a:pt x="3149463" y="6225540"/>
                  <a:pt x="2936233" y="6225540"/>
                </a:cubicBezTo>
                <a:lnTo>
                  <a:pt x="386087" y="6225540"/>
                </a:lnTo>
                <a:cubicBezTo>
                  <a:pt x="172857" y="6225540"/>
                  <a:pt x="0" y="6052683"/>
                  <a:pt x="0" y="5839453"/>
                </a:cubicBezTo>
                <a:lnTo>
                  <a:pt x="0" y="386087"/>
                </a:lnTo>
                <a:cubicBezTo>
                  <a:pt x="0" y="172857"/>
                  <a:pt x="172857" y="0"/>
                  <a:pt x="386087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</p:pic>
      <p:sp>
        <p:nvSpPr>
          <p:cNvPr id="77" name="Title 1"/>
          <p:cNvSpPr txBox="1">
            <a:spLocks/>
          </p:cNvSpPr>
          <p:nvPr/>
        </p:nvSpPr>
        <p:spPr>
          <a:xfrm>
            <a:off x="4588730" y="2507255"/>
            <a:ext cx="333106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RedDust</a:t>
            </a:r>
            <a:r>
              <a:rPr lang="en-US" sz="3200" dirty="0">
                <a:solidFill>
                  <a:srgbClr val="FFFFEB"/>
                </a:solidFill>
                <a:latin typeface="Candara" panose="020E0502030303020204" pitchFamily="34" charset="0"/>
              </a:rPr>
              <a:t/>
            </a:r>
            <a:br>
              <a:rPr lang="en-US" sz="3200" dirty="0">
                <a:solidFill>
                  <a:srgbClr val="FFFFEB"/>
                </a:solidFill>
                <a:latin typeface="Candara" panose="020E0502030303020204" pitchFamily="34" charset="0"/>
              </a:rPr>
            </a:br>
            <a:endParaRPr lang="en-US" sz="320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lnSpc>
                <a:spcPct val="170000"/>
              </a:lnSpc>
            </a:pPr>
            <a:endParaRPr lang="en-US" sz="105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lnSpc>
                <a:spcPct val="170000"/>
              </a:lnSpc>
            </a:pPr>
            <a:endParaRPr lang="en-US" sz="140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EB"/>
                </a:solidFill>
                <a:latin typeface="Candara" panose="020E0502030303020204" pitchFamily="34" charset="0"/>
              </a:rPr>
              <a:t>Listen to the music</a:t>
            </a:r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EB"/>
                </a:solidFill>
                <a:latin typeface="Candara" panose="020E0502030303020204" pitchFamily="34" charset="0"/>
              </a:rPr>
              <a:t> that listens to your soul</a:t>
            </a:r>
            <a:endParaRPr lang="en-US" sz="40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8916925" y="1374670"/>
            <a:ext cx="2222051" cy="435882"/>
            <a:chOff x="8822532" y="1308120"/>
            <a:chExt cx="2222051" cy="435882"/>
          </a:xfrm>
        </p:grpSpPr>
        <p:sp>
          <p:nvSpPr>
            <p:cNvPr id="63" name="TextBox 62"/>
            <p:cNvSpPr txBox="1"/>
            <p:nvPr/>
          </p:nvSpPr>
          <p:spPr>
            <a:xfrm>
              <a:off x="8822532" y="1374670"/>
              <a:ext cx="18774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/>
                <a:t>Login with Google</a:t>
              </a:r>
              <a:endParaRPr lang="en-AU" u="sng" dirty="0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28218" y="1308120"/>
              <a:ext cx="416365" cy="4358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6404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/>
          <p:cNvSpPr/>
          <p:nvPr/>
        </p:nvSpPr>
        <p:spPr>
          <a:xfrm>
            <a:off x="4811903" y="276999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65" name="Picture 6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22" t="11053" r="23613" b="10180"/>
          <a:stretch>
            <a:fillRect/>
          </a:stretch>
        </p:blipFill>
        <p:spPr>
          <a:xfrm>
            <a:off x="4897036" y="703897"/>
            <a:ext cx="3165231" cy="4586068"/>
          </a:xfrm>
          <a:custGeom>
            <a:avLst/>
            <a:gdLst>
              <a:gd name="connsiteX0" fmla="*/ 0 w 3165231"/>
              <a:gd name="connsiteY0" fmla="*/ 0 h 4586068"/>
              <a:gd name="connsiteX1" fmla="*/ 3165231 w 3165231"/>
              <a:gd name="connsiteY1" fmla="*/ 0 h 4586068"/>
              <a:gd name="connsiteX2" fmla="*/ 3165231 w 3165231"/>
              <a:gd name="connsiteY2" fmla="*/ 4586068 h 4586068"/>
              <a:gd name="connsiteX3" fmla="*/ 10593 w 3165231"/>
              <a:gd name="connsiteY3" fmla="*/ 4586068 h 4586068"/>
              <a:gd name="connsiteX4" fmla="*/ 0 w 3165231"/>
              <a:gd name="connsiteY4" fmla="*/ 4578091 h 4586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5231" h="4586068">
                <a:moveTo>
                  <a:pt x="0" y="0"/>
                </a:moveTo>
                <a:lnTo>
                  <a:pt x="3165231" y="0"/>
                </a:lnTo>
                <a:lnTo>
                  <a:pt x="3165231" y="4586068"/>
                </a:lnTo>
                <a:lnTo>
                  <a:pt x="10593" y="4586068"/>
                </a:lnTo>
                <a:lnTo>
                  <a:pt x="0" y="4578091"/>
                </a:lnTo>
                <a:close/>
              </a:path>
            </a:pathLst>
          </a:custGeom>
        </p:spPr>
      </p:pic>
      <p:sp>
        <p:nvSpPr>
          <p:cNvPr id="107" name="Oval 106"/>
          <p:cNvSpPr/>
          <p:nvPr/>
        </p:nvSpPr>
        <p:spPr>
          <a:xfrm>
            <a:off x="14885045" y="1231051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ounded Rectangle 18"/>
          <p:cNvSpPr/>
          <p:nvPr/>
        </p:nvSpPr>
        <p:spPr>
          <a:xfrm>
            <a:off x="835736" y="276999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4" name="Group 3"/>
          <p:cNvGrpSpPr/>
          <p:nvPr/>
        </p:nvGrpSpPr>
        <p:grpSpPr>
          <a:xfrm>
            <a:off x="1272591" y="5560541"/>
            <a:ext cx="2448610" cy="871501"/>
            <a:chOff x="828319" y="5520554"/>
            <a:chExt cx="2448610" cy="871501"/>
          </a:xfrm>
        </p:grpSpPr>
        <p:grpSp>
          <p:nvGrpSpPr>
            <p:cNvPr id="3" name="Group 2"/>
            <p:cNvGrpSpPr/>
            <p:nvPr/>
          </p:nvGrpSpPr>
          <p:grpSpPr>
            <a:xfrm>
              <a:off x="828319" y="5520554"/>
              <a:ext cx="972844" cy="871501"/>
              <a:chOff x="828319" y="5755307"/>
              <a:chExt cx="812082" cy="691699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890903" y="5755307"/>
                <a:ext cx="714012" cy="691699"/>
              </a:xfrm>
              <a:prstGeom prst="ellipse">
                <a:avLst/>
              </a:prstGeom>
              <a:solidFill>
                <a:srgbClr val="FF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828319" y="6122646"/>
                <a:ext cx="812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AU" sz="1200" dirty="0"/>
                  <a:t>With Syan</a:t>
                </a:r>
              </a:p>
            </p:txBody>
          </p:sp>
          <p:pic>
            <p:nvPicPr>
              <p:cNvPr id="53" name="Picture 4" descr="Free Microphone Icon, Symbol. Download in SVG &amp; PNG Formats.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7392" y="5785943"/>
                <a:ext cx="371992" cy="3719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5" name="Picture 12" descr="Wellbeing Icons - Free SVG &amp; PNG Wellbeing Images - Noun Project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9147" y="5646141"/>
              <a:ext cx="376894" cy="376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4" name="TextBox 53"/>
            <p:cNvSpPr txBox="1"/>
            <p:nvPr/>
          </p:nvSpPr>
          <p:spPr>
            <a:xfrm>
              <a:off x="2422208" y="6023035"/>
              <a:ext cx="8547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r>
                <a:rPr lang="en-AU" dirty="0"/>
                <a:t>Soul Space</a:t>
              </a:r>
            </a:p>
          </p:txBody>
        </p:sp>
      </p:grpSp>
      <p:sp>
        <p:nvSpPr>
          <p:cNvPr id="55" name="Rounded Rectangle 54"/>
          <p:cNvSpPr/>
          <p:nvPr/>
        </p:nvSpPr>
        <p:spPr>
          <a:xfrm>
            <a:off x="922020" y="710321"/>
            <a:ext cx="3154680" cy="4542485"/>
          </a:xfrm>
          <a:prstGeom prst="roundRect">
            <a:avLst>
              <a:gd name="adj" fmla="val 343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8741528" y="276999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74" name="Group 73"/>
          <p:cNvGrpSpPr/>
          <p:nvPr/>
        </p:nvGrpSpPr>
        <p:grpSpPr>
          <a:xfrm>
            <a:off x="9178383" y="5560541"/>
            <a:ext cx="2448610" cy="871501"/>
            <a:chOff x="828319" y="5520554"/>
            <a:chExt cx="2448610" cy="871501"/>
          </a:xfrm>
        </p:grpSpPr>
        <p:grpSp>
          <p:nvGrpSpPr>
            <p:cNvPr id="75" name="Group 74"/>
            <p:cNvGrpSpPr/>
            <p:nvPr/>
          </p:nvGrpSpPr>
          <p:grpSpPr>
            <a:xfrm>
              <a:off x="828319" y="5520554"/>
              <a:ext cx="2446955" cy="871501"/>
              <a:chOff x="828319" y="5755307"/>
              <a:chExt cx="2042597" cy="691699"/>
            </a:xfrm>
          </p:grpSpPr>
          <p:sp>
            <p:nvSpPr>
              <p:cNvPr id="78" name="Oval 77"/>
              <p:cNvSpPr/>
              <p:nvPr/>
            </p:nvSpPr>
            <p:spPr>
              <a:xfrm>
                <a:off x="2156904" y="5755307"/>
                <a:ext cx="714012" cy="691699"/>
              </a:xfrm>
              <a:prstGeom prst="ellipse">
                <a:avLst/>
              </a:prstGeom>
              <a:solidFill>
                <a:srgbClr val="FF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828319" y="6122646"/>
                <a:ext cx="812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AU" sz="1200" dirty="0"/>
                  <a:t>With Syan</a:t>
                </a:r>
              </a:p>
            </p:txBody>
          </p:sp>
          <p:pic>
            <p:nvPicPr>
              <p:cNvPr id="80" name="Picture 4" descr="Free Microphone Icon, Symbol. Download in SVG &amp; PNG Formats.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7392" y="5785943"/>
                <a:ext cx="371992" cy="3719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76" name="Picture 12" descr="Wellbeing Icons - Free SVG &amp; PNG Wellbeing Images - Noun Project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9147" y="5646141"/>
              <a:ext cx="376894" cy="376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7" name="TextBox 76"/>
            <p:cNvSpPr txBox="1"/>
            <p:nvPr/>
          </p:nvSpPr>
          <p:spPr>
            <a:xfrm>
              <a:off x="2422208" y="6023035"/>
              <a:ext cx="8547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r>
                <a:rPr lang="en-AU" dirty="0"/>
                <a:t>Soul Space</a:t>
              </a:r>
            </a:p>
          </p:txBody>
        </p:sp>
      </p:grpSp>
      <p:pic>
        <p:nvPicPr>
          <p:cNvPr id="45" name="Picture 4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120" y="710320"/>
            <a:ext cx="3154579" cy="457322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827465" y="759655"/>
            <a:ext cx="3165231" cy="4586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/>
          <p:cNvSpPr txBox="1"/>
          <p:nvPr/>
        </p:nvSpPr>
        <p:spPr>
          <a:xfrm>
            <a:off x="9777034" y="762689"/>
            <a:ext cx="1266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Soul Space</a:t>
            </a:r>
            <a:endParaRPr lang="en-AU" dirty="0"/>
          </a:p>
        </p:txBody>
      </p:sp>
      <p:sp>
        <p:nvSpPr>
          <p:cNvPr id="6" name="Right Arrow 5"/>
          <p:cNvSpPr/>
          <p:nvPr/>
        </p:nvSpPr>
        <p:spPr>
          <a:xfrm flipH="1">
            <a:off x="9065868" y="405742"/>
            <a:ext cx="206100" cy="295506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0609" y="942110"/>
            <a:ext cx="513047" cy="51304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727" y="1579492"/>
            <a:ext cx="351032" cy="35103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897993" y="757444"/>
            <a:ext cx="1266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With Syan</a:t>
            </a:r>
            <a:endParaRPr lang="en-AU" dirty="0">
              <a:solidFill>
                <a:schemeClr val="bg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074" y="4385224"/>
            <a:ext cx="826268" cy="826268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5323732" y="5560541"/>
            <a:ext cx="2373636" cy="871501"/>
            <a:chOff x="903293" y="5520554"/>
            <a:chExt cx="2373636" cy="871501"/>
          </a:xfrm>
        </p:grpSpPr>
        <p:grpSp>
          <p:nvGrpSpPr>
            <p:cNvPr id="47" name="Group 46"/>
            <p:cNvGrpSpPr/>
            <p:nvPr/>
          </p:nvGrpSpPr>
          <p:grpSpPr>
            <a:xfrm>
              <a:off x="903293" y="5520554"/>
              <a:ext cx="855360" cy="871501"/>
              <a:chOff x="890903" y="5755307"/>
              <a:chExt cx="714012" cy="691699"/>
            </a:xfrm>
          </p:grpSpPr>
          <p:sp>
            <p:nvSpPr>
              <p:cNvPr id="50" name="Oval 49"/>
              <p:cNvSpPr/>
              <p:nvPr/>
            </p:nvSpPr>
            <p:spPr>
              <a:xfrm>
                <a:off x="890903" y="5755307"/>
                <a:ext cx="714012" cy="691699"/>
              </a:xfrm>
              <a:prstGeom prst="ellipse">
                <a:avLst/>
              </a:prstGeom>
              <a:solidFill>
                <a:srgbClr val="FF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904357" y="6122646"/>
                <a:ext cx="660009" cy="219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AU" sz="1200" dirty="0"/>
                  <a:t>With Sara</a:t>
                </a:r>
              </a:p>
            </p:txBody>
          </p:sp>
          <p:pic>
            <p:nvPicPr>
              <p:cNvPr id="52" name="Picture 4" descr="Free Microphone Icon, Symbol. Download in SVG &amp; PNG Formats.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7392" y="5785943"/>
                <a:ext cx="371992" cy="3719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48" name="Picture 12" descr="Wellbeing Icons - Free SVG &amp; PNG Wellbeing Images - Noun Project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9147" y="5646141"/>
              <a:ext cx="376894" cy="376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9" name="TextBox 48"/>
            <p:cNvSpPr txBox="1"/>
            <p:nvPr/>
          </p:nvSpPr>
          <p:spPr>
            <a:xfrm>
              <a:off x="2422208" y="6023035"/>
              <a:ext cx="8547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r>
                <a:rPr lang="en-AU" dirty="0"/>
                <a:t>Soul Space</a:t>
              </a:r>
            </a:p>
          </p:txBody>
        </p:sp>
      </p:grpSp>
      <p:pic>
        <p:nvPicPr>
          <p:cNvPr id="58" name="Picture 5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776" y="942110"/>
            <a:ext cx="513047" cy="513047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1894" y="1579492"/>
            <a:ext cx="351032" cy="351032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874160" y="757444"/>
            <a:ext cx="1266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With Sara</a:t>
            </a:r>
            <a:endParaRPr lang="en-AU" dirty="0">
              <a:solidFill>
                <a:schemeClr val="bg1"/>
              </a:solidFill>
            </a:endParaRPr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102241" y="4392258"/>
            <a:ext cx="826268" cy="82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812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val 106"/>
          <p:cNvSpPr/>
          <p:nvPr/>
        </p:nvSpPr>
        <p:spPr>
          <a:xfrm>
            <a:off x="14885045" y="1231051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8" y="681823"/>
            <a:ext cx="4534608" cy="45799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2824" t="21555" r="38292" b="16656"/>
          <a:stretch/>
        </p:blipFill>
        <p:spPr>
          <a:xfrm>
            <a:off x="8288868" y="6442220"/>
            <a:ext cx="2971800" cy="3886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836946" y="4301594"/>
            <a:ext cx="1070847" cy="10479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433469" y="2629512"/>
            <a:ext cx="1885420" cy="104790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7356139" y="4884649"/>
            <a:ext cx="244226" cy="0"/>
          </a:xfrm>
          <a:prstGeom prst="line">
            <a:avLst/>
          </a:prstGeom>
          <a:ln w="19050">
            <a:solidFill>
              <a:srgbClr val="7655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2214" y="4899004"/>
            <a:ext cx="666755" cy="35242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2805" y="1316205"/>
            <a:ext cx="647705" cy="381003"/>
          </a:xfrm>
          <a:prstGeom prst="rect">
            <a:avLst/>
          </a:prstGeom>
        </p:spPr>
      </p:pic>
      <p:sp>
        <p:nvSpPr>
          <p:cNvPr id="17" name="Cloud 16"/>
          <p:cNvSpPr/>
          <p:nvPr/>
        </p:nvSpPr>
        <p:spPr>
          <a:xfrm rot="387648">
            <a:off x="3866812" y="2601628"/>
            <a:ext cx="3156796" cy="2284452"/>
          </a:xfrm>
          <a:prstGeom prst="cloud">
            <a:avLst/>
          </a:prstGeom>
          <a:solidFill>
            <a:srgbClr val="00B0F0">
              <a:alpha val="9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959" y="3039701"/>
            <a:ext cx="2646473" cy="126241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07036" y="2855035"/>
            <a:ext cx="16385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Duplex, Secure </a:t>
            </a:r>
            <a:r>
              <a:rPr lang="en-US" sz="1100" dirty="0" err="1"/>
              <a:t>WebRTC</a:t>
            </a:r>
            <a:endParaRPr lang="en-US" sz="1100" dirty="0"/>
          </a:p>
          <a:p>
            <a:pPr algn="ctr"/>
            <a:r>
              <a:rPr lang="en-US" sz="1100" dirty="0"/>
              <a:t>Channel through Internet</a:t>
            </a:r>
            <a:endParaRPr lang="en-AU" sz="11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6180" y="1641145"/>
            <a:ext cx="219106" cy="20957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292823" y="715276"/>
            <a:ext cx="4791325" cy="47078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TextBox 20"/>
          <p:cNvSpPr txBox="1"/>
          <p:nvPr/>
        </p:nvSpPr>
        <p:spPr>
          <a:xfrm>
            <a:off x="7265671" y="696749"/>
            <a:ext cx="9268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Session Context</a:t>
            </a:r>
            <a:endParaRPr lang="en-AU" sz="900" dirty="0"/>
          </a:p>
        </p:txBody>
      </p:sp>
      <p:sp>
        <p:nvSpPr>
          <p:cNvPr id="20" name="TextBox 19"/>
          <p:cNvSpPr txBox="1"/>
          <p:nvPr/>
        </p:nvSpPr>
        <p:spPr>
          <a:xfrm>
            <a:off x="7729099" y="1857837"/>
            <a:ext cx="20970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12, 13, 29, 0, -67, -57, 128, -10</a:t>
            </a:r>
            <a:endParaRPr lang="en-AU" sz="1200" dirty="0"/>
          </a:p>
        </p:txBody>
      </p:sp>
      <p:sp>
        <p:nvSpPr>
          <p:cNvPr id="23" name="TextBox 22"/>
          <p:cNvSpPr txBox="1"/>
          <p:nvPr/>
        </p:nvSpPr>
        <p:spPr>
          <a:xfrm>
            <a:off x="7659976" y="4699983"/>
            <a:ext cx="3842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12, 13, 29, 0, -67, -57, 128, -10, 22, -13, 9, -10, 7, -5, 28, 0, </a:t>
            </a:r>
            <a:endParaRPr lang="en-AU" sz="1200" dirty="0"/>
          </a:p>
        </p:txBody>
      </p:sp>
      <p:sp>
        <p:nvSpPr>
          <p:cNvPr id="22" name="TextBox 21"/>
          <p:cNvSpPr txBox="1"/>
          <p:nvPr/>
        </p:nvSpPr>
        <p:spPr>
          <a:xfrm>
            <a:off x="7729099" y="1561268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Hello!</a:t>
            </a:r>
            <a:endParaRPr lang="en-AU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7678109" y="4418893"/>
            <a:ext cx="1398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Hello!How</a:t>
            </a:r>
            <a:r>
              <a:rPr lang="en-US" sz="1200" dirty="0"/>
              <a:t> are you!</a:t>
            </a:r>
            <a:endParaRPr lang="en-AU" sz="1200" dirty="0"/>
          </a:p>
          <a:p>
            <a:endParaRPr lang="en-AU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9544929" y="3285922"/>
            <a:ext cx="10234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How are you!</a:t>
            </a:r>
            <a:endParaRPr lang="en-AU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9529774" y="3600074"/>
            <a:ext cx="18565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22, -13, 9, -10, 7, -5, 28, 0, </a:t>
            </a:r>
            <a:endParaRPr lang="en-AU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4249023" y="3117977"/>
            <a:ext cx="519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Hello</a:t>
            </a:r>
            <a:endParaRPr lang="en-AU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79372" y="3959045"/>
            <a:ext cx="1428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Hello!How</a:t>
            </a: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are you!</a:t>
            </a:r>
            <a:endParaRPr lang="en-AU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AU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 flipV="1">
            <a:off x="5579745" y="1316205"/>
            <a:ext cx="43595" cy="21543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289283" y="1117495"/>
            <a:ext cx="10743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=Encrypt(Hello!)</a:t>
            </a:r>
            <a:endParaRPr lang="en-AU" sz="1000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5691481" y="3889491"/>
            <a:ext cx="3931" cy="18001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959064" y="5712879"/>
            <a:ext cx="17347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=Encrypt(</a:t>
            </a:r>
            <a:r>
              <a:rPr lang="en-US" sz="1000" dirty="0" err="1"/>
              <a:t>Hello!How</a:t>
            </a:r>
            <a:r>
              <a:rPr lang="en-US" sz="1000" dirty="0"/>
              <a:t> are you!)</a:t>
            </a:r>
            <a:endParaRPr lang="en-AU" sz="10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6776085" y="3694454"/>
            <a:ext cx="580053" cy="20957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708" y="3547679"/>
            <a:ext cx="527644" cy="10479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061992" y="3099436"/>
            <a:ext cx="230831" cy="1067590"/>
          </a:xfrm>
          <a:prstGeom prst="roundRect">
            <a:avLst>
              <a:gd name="adj" fmla="val 3072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6867832" y="3259727"/>
            <a:ext cx="5966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Gateway</a:t>
            </a:r>
            <a:endParaRPr lang="en-AU" sz="900" dirty="0"/>
          </a:p>
        </p:txBody>
      </p:sp>
    </p:spTree>
    <p:extLst>
      <p:ext uri="{BB962C8B-B14F-4D97-AF65-F5344CB8AC3E}">
        <p14:creationId xmlns:p14="http://schemas.microsoft.com/office/powerpoint/2010/main" val="132435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452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val 106"/>
          <p:cNvSpPr/>
          <p:nvPr/>
        </p:nvSpPr>
        <p:spPr>
          <a:xfrm>
            <a:off x="14885045" y="1231051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75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val 106"/>
          <p:cNvSpPr/>
          <p:nvPr/>
        </p:nvSpPr>
        <p:spPr>
          <a:xfrm>
            <a:off x="14885045" y="1231051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76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val 106"/>
          <p:cNvSpPr/>
          <p:nvPr/>
        </p:nvSpPr>
        <p:spPr>
          <a:xfrm>
            <a:off x="14885045" y="1231051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7368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val 106"/>
          <p:cNvSpPr/>
          <p:nvPr/>
        </p:nvSpPr>
        <p:spPr>
          <a:xfrm>
            <a:off x="14885045" y="1231051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9735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339" y="197894"/>
            <a:ext cx="3521715" cy="126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191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79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368488" y="2558955"/>
            <a:ext cx="60625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150</a:t>
            </a:r>
          </a:p>
          <a:p>
            <a:r>
              <a:rPr lang="en-US" dirty="0"/>
              <a:t>-165</a:t>
            </a:r>
          </a:p>
          <a:p>
            <a:r>
              <a:rPr lang="en-US" dirty="0"/>
              <a:t>100</a:t>
            </a:r>
          </a:p>
          <a:p>
            <a:r>
              <a:rPr lang="en-US" dirty="0"/>
              <a:t>127</a:t>
            </a:r>
          </a:p>
          <a:p>
            <a:r>
              <a:rPr lang="en-US" dirty="0"/>
              <a:t>-37</a:t>
            </a:r>
          </a:p>
          <a:p>
            <a:r>
              <a:rPr lang="en-US" dirty="0"/>
              <a:t>248</a:t>
            </a:r>
            <a:endParaRPr lang="en-AU" dirty="0"/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812042" y="1276066"/>
            <a:ext cx="9990161" cy="614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887104" y="620973"/>
            <a:ext cx="20472" cy="6892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982638" y="1306773"/>
            <a:ext cx="20472" cy="6892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1098644" y="956326"/>
            <a:ext cx="20472" cy="427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1251045" y="846161"/>
            <a:ext cx="37531" cy="514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1365344" y="1356813"/>
            <a:ext cx="1707" cy="2945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1462585" y="429904"/>
            <a:ext cx="72219" cy="1004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2670412" y="3379119"/>
            <a:ext cx="9990161" cy="614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2745474" y="2651659"/>
            <a:ext cx="20472" cy="833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2841008" y="3337459"/>
            <a:ext cx="20472" cy="833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2957014" y="3014445"/>
            <a:ext cx="20472" cy="517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3109415" y="2895238"/>
            <a:ext cx="37531" cy="6220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3223714" y="3428937"/>
            <a:ext cx="1707" cy="3564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3320955" y="2427494"/>
            <a:ext cx="72219" cy="1215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352766" y="2558955"/>
            <a:ext cx="60625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170</a:t>
            </a:r>
          </a:p>
          <a:p>
            <a:r>
              <a:rPr lang="en-US" dirty="0"/>
              <a:t>-185</a:t>
            </a:r>
          </a:p>
          <a:p>
            <a:r>
              <a:rPr lang="en-US" dirty="0"/>
              <a:t>120</a:t>
            </a:r>
          </a:p>
          <a:p>
            <a:r>
              <a:rPr lang="en-US" dirty="0"/>
              <a:t>147</a:t>
            </a:r>
          </a:p>
          <a:p>
            <a:r>
              <a:rPr lang="en-US" dirty="0"/>
              <a:t>-57</a:t>
            </a:r>
          </a:p>
          <a:p>
            <a:r>
              <a:rPr lang="en-US" dirty="0"/>
              <a:t>255</a:t>
            </a:r>
            <a:endParaRPr lang="en-AU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861480" y="272955"/>
            <a:ext cx="0" cy="1924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reeform 5"/>
          <p:cNvSpPr/>
          <p:nvPr/>
        </p:nvSpPr>
        <p:spPr>
          <a:xfrm>
            <a:off x="2872854" y="436619"/>
            <a:ext cx="6967182" cy="1297106"/>
          </a:xfrm>
          <a:custGeom>
            <a:avLst/>
            <a:gdLst>
              <a:gd name="connsiteX0" fmla="*/ 0 w 6967182"/>
              <a:gd name="connsiteY0" fmla="*/ 416366 h 1297106"/>
              <a:gd name="connsiteX1" fmla="*/ 300250 w 6967182"/>
              <a:gd name="connsiteY1" fmla="*/ 1296647 h 1297106"/>
              <a:gd name="connsiteX2" fmla="*/ 559558 w 6967182"/>
              <a:gd name="connsiteY2" fmla="*/ 546020 h 1297106"/>
              <a:gd name="connsiteX3" fmla="*/ 1508077 w 6967182"/>
              <a:gd name="connsiteY3" fmla="*/ 1146521 h 1297106"/>
              <a:gd name="connsiteX4" fmla="*/ 2634018 w 6967182"/>
              <a:gd name="connsiteY4" fmla="*/ 109 h 1297106"/>
              <a:gd name="connsiteX5" fmla="*/ 4462818 w 6967182"/>
              <a:gd name="connsiteY5" fmla="*/ 1221584 h 1297106"/>
              <a:gd name="connsiteX6" fmla="*/ 5718412 w 6967182"/>
              <a:gd name="connsiteY6" fmla="*/ 532372 h 1297106"/>
              <a:gd name="connsiteX7" fmla="*/ 6121021 w 6967182"/>
              <a:gd name="connsiteY7" fmla="*/ 1023691 h 1297106"/>
              <a:gd name="connsiteX8" fmla="*/ 6591868 w 6967182"/>
              <a:gd name="connsiteY8" fmla="*/ 723441 h 1297106"/>
              <a:gd name="connsiteX9" fmla="*/ 6967182 w 6967182"/>
              <a:gd name="connsiteY9" fmla="*/ 982748 h 1297106"/>
              <a:gd name="connsiteX10" fmla="*/ 6967182 w 6967182"/>
              <a:gd name="connsiteY10" fmla="*/ 982748 h 1297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67182" h="1297106">
                <a:moveTo>
                  <a:pt x="0" y="416366"/>
                </a:moveTo>
                <a:cubicBezTo>
                  <a:pt x="103495" y="845702"/>
                  <a:pt x="206990" y="1275038"/>
                  <a:pt x="300250" y="1296647"/>
                </a:cubicBezTo>
                <a:cubicBezTo>
                  <a:pt x="393510" y="1318256"/>
                  <a:pt x="358254" y="571041"/>
                  <a:pt x="559558" y="546020"/>
                </a:cubicBezTo>
                <a:cubicBezTo>
                  <a:pt x="760863" y="520999"/>
                  <a:pt x="1162334" y="1237506"/>
                  <a:pt x="1508077" y="1146521"/>
                </a:cubicBezTo>
                <a:cubicBezTo>
                  <a:pt x="1853820" y="1055536"/>
                  <a:pt x="2141561" y="-12401"/>
                  <a:pt x="2634018" y="109"/>
                </a:cubicBezTo>
                <a:cubicBezTo>
                  <a:pt x="3126475" y="12619"/>
                  <a:pt x="3948753" y="1132874"/>
                  <a:pt x="4462818" y="1221584"/>
                </a:cubicBezTo>
                <a:cubicBezTo>
                  <a:pt x="4976883" y="1310294"/>
                  <a:pt x="5442045" y="565354"/>
                  <a:pt x="5718412" y="532372"/>
                </a:cubicBezTo>
                <a:cubicBezTo>
                  <a:pt x="5994779" y="499390"/>
                  <a:pt x="5975445" y="991846"/>
                  <a:pt x="6121021" y="1023691"/>
                </a:cubicBezTo>
                <a:cubicBezTo>
                  <a:pt x="6266597" y="1055536"/>
                  <a:pt x="6450841" y="730265"/>
                  <a:pt x="6591868" y="723441"/>
                </a:cubicBezTo>
                <a:cubicBezTo>
                  <a:pt x="6732895" y="716617"/>
                  <a:pt x="6967182" y="982748"/>
                  <a:pt x="6967182" y="982748"/>
                </a:cubicBezTo>
                <a:lnTo>
                  <a:pt x="6967182" y="982748"/>
                </a:ln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1" name="Straight Connector 30"/>
          <p:cNvCxnSpPr/>
          <p:nvPr/>
        </p:nvCxnSpPr>
        <p:spPr>
          <a:xfrm flipV="1">
            <a:off x="609600" y="5553536"/>
            <a:ext cx="9990161" cy="614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2659038" y="4550425"/>
            <a:ext cx="0" cy="1924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 32"/>
          <p:cNvSpPr/>
          <p:nvPr/>
        </p:nvSpPr>
        <p:spPr>
          <a:xfrm>
            <a:off x="2670412" y="4714089"/>
            <a:ext cx="6967182" cy="1297106"/>
          </a:xfrm>
          <a:custGeom>
            <a:avLst/>
            <a:gdLst>
              <a:gd name="connsiteX0" fmla="*/ 0 w 6967182"/>
              <a:gd name="connsiteY0" fmla="*/ 416366 h 1297106"/>
              <a:gd name="connsiteX1" fmla="*/ 300250 w 6967182"/>
              <a:gd name="connsiteY1" fmla="*/ 1296647 h 1297106"/>
              <a:gd name="connsiteX2" fmla="*/ 559558 w 6967182"/>
              <a:gd name="connsiteY2" fmla="*/ 546020 h 1297106"/>
              <a:gd name="connsiteX3" fmla="*/ 1508077 w 6967182"/>
              <a:gd name="connsiteY3" fmla="*/ 1146521 h 1297106"/>
              <a:gd name="connsiteX4" fmla="*/ 2634018 w 6967182"/>
              <a:gd name="connsiteY4" fmla="*/ 109 h 1297106"/>
              <a:gd name="connsiteX5" fmla="*/ 4462818 w 6967182"/>
              <a:gd name="connsiteY5" fmla="*/ 1221584 h 1297106"/>
              <a:gd name="connsiteX6" fmla="*/ 5718412 w 6967182"/>
              <a:gd name="connsiteY6" fmla="*/ 532372 h 1297106"/>
              <a:gd name="connsiteX7" fmla="*/ 6121021 w 6967182"/>
              <a:gd name="connsiteY7" fmla="*/ 1023691 h 1297106"/>
              <a:gd name="connsiteX8" fmla="*/ 6591868 w 6967182"/>
              <a:gd name="connsiteY8" fmla="*/ 723441 h 1297106"/>
              <a:gd name="connsiteX9" fmla="*/ 6967182 w 6967182"/>
              <a:gd name="connsiteY9" fmla="*/ 982748 h 1297106"/>
              <a:gd name="connsiteX10" fmla="*/ 6967182 w 6967182"/>
              <a:gd name="connsiteY10" fmla="*/ 982748 h 1297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67182" h="1297106">
                <a:moveTo>
                  <a:pt x="0" y="416366"/>
                </a:moveTo>
                <a:cubicBezTo>
                  <a:pt x="103495" y="845702"/>
                  <a:pt x="206990" y="1275038"/>
                  <a:pt x="300250" y="1296647"/>
                </a:cubicBezTo>
                <a:cubicBezTo>
                  <a:pt x="393510" y="1318256"/>
                  <a:pt x="358254" y="571041"/>
                  <a:pt x="559558" y="546020"/>
                </a:cubicBezTo>
                <a:cubicBezTo>
                  <a:pt x="760863" y="520999"/>
                  <a:pt x="1162334" y="1237506"/>
                  <a:pt x="1508077" y="1146521"/>
                </a:cubicBezTo>
                <a:cubicBezTo>
                  <a:pt x="1853820" y="1055536"/>
                  <a:pt x="2141561" y="-12401"/>
                  <a:pt x="2634018" y="109"/>
                </a:cubicBezTo>
                <a:cubicBezTo>
                  <a:pt x="3126475" y="12619"/>
                  <a:pt x="3948753" y="1132874"/>
                  <a:pt x="4462818" y="1221584"/>
                </a:cubicBezTo>
                <a:cubicBezTo>
                  <a:pt x="4976883" y="1310294"/>
                  <a:pt x="5442045" y="565354"/>
                  <a:pt x="5718412" y="532372"/>
                </a:cubicBezTo>
                <a:cubicBezTo>
                  <a:pt x="5994779" y="499390"/>
                  <a:pt x="5975445" y="991846"/>
                  <a:pt x="6121021" y="1023691"/>
                </a:cubicBezTo>
                <a:cubicBezTo>
                  <a:pt x="6266597" y="1055536"/>
                  <a:pt x="6450841" y="730265"/>
                  <a:pt x="6591868" y="723441"/>
                </a:cubicBezTo>
                <a:cubicBezTo>
                  <a:pt x="6732895" y="716617"/>
                  <a:pt x="6967182" y="982748"/>
                  <a:pt x="6967182" y="982748"/>
                </a:cubicBezTo>
                <a:lnTo>
                  <a:pt x="6967182" y="982748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9840036" y="313898"/>
            <a:ext cx="0" cy="1924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9639869" y="4550425"/>
            <a:ext cx="0" cy="1924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109415" y="1317603"/>
            <a:ext cx="0" cy="3217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>
            <a:off x="3272010" y="1168188"/>
            <a:ext cx="28473" cy="471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466531" y="985000"/>
            <a:ext cx="0" cy="3217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3657600" y="1095685"/>
            <a:ext cx="0" cy="241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2861480" y="368490"/>
            <a:ext cx="6978556" cy="61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2872854" y="2091521"/>
            <a:ext cx="6978556" cy="61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3810000" y="1226941"/>
            <a:ext cx="0" cy="112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2957014" y="1227517"/>
            <a:ext cx="0" cy="1025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271398" y="22417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512</a:t>
            </a:r>
            <a:endParaRPr lang="en-AU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2861480" y="1216561"/>
            <a:ext cx="955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3128180" y="1639376"/>
            <a:ext cx="955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3345407" y="1178904"/>
            <a:ext cx="955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3508824" y="985000"/>
            <a:ext cx="955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3714466" y="1105128"/>
            <a:ext cx="955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156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4498</TotalTime>
  <Words>342</Words>
  <Application>Microsoft Office PowerPoint</Application>
  <PresentationFormat>Widescreen</PresentationFormat>
  <Paragraphs>97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Candara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100</cp:revision>
  <dcterms:created xsi:type="dcterms:W3CDTF">2026-06-09T04:46:32Z</dcterms:created>
  <dcterms:modified xsi:type="dcterms:W3CDTF">2026-08-11T11:45:56Z</dcterms:modified>
</cp:coreProperties>
</file>
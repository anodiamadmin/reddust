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5" r:id="rId7"/>
    <p:sldId id="269" r:id="rId8"/>
    <p:sldId id="266" r:id="rId9"/>
    <p:sldId id="267" r:id="rId10"/>
    <p:sldId id="268" r:id="rId11"/>
    <p:sldId id="270" r:id="rId12"/>
    <p:sldId id="27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250411" y="494389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Syan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2690934" y="-1"/>
            <a:ext cx="6814732" cy="6862633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Student </a:t>
            </a:r>
            <a:r>
              <a:rPr lang="en-US" dirty="0">
                <a:solidFill>
                  <a:schemeClr val="bg1"/>
                </a:solidFill>
              </a:rPr>
              <a:t>(Psychology </a:t>
            </a:r>
            <a:r>
              <a:rPr lang="en-US" dirty="0" smtClean="0">
                <a:solidFill>
                  <a:schemeClr val="bg1"/>
                </a:solidFill>
              </a:rPr>
              <a:t>Bachelors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en-US" dirty="0" smtClean="0">
                <a:solidFill>
                  <a:schemeClr val="bg1"/>
                </a:solidFill>
              </a:rPr>
              <a:t>Sydney, Australia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57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150</a:t>
            </a:r>
          </a:p>
          <a:p>
            <a:r>
              <a:rPr lang="en-US" dirty="0" smtClean="0"/>
              <a:t>-165</a:t>
            </a:r>
          </a:p>
          <a:p>
            <a:r>
              <a:rPr lang="en-US" dirty="0" smtClean="0"/>
              <a:t>100</a:t>
            </a:r>
          </a:p>
          <a:p>
            <a:r>
              <a:rPr lang="en-US" dirty="0" smtClean="0"/>
              <a:t>127</a:t>
            </a:r>
          </a:p>
          <a:p>
            <a:r>
              <a:rPr lang="en-US" dirty="0" smtClean="0"/>
              <a:t>-37</a:t>
            </a:r>
          </a:p>
          <a:p>
            <a:r>
              <a:rPr lang="en-US" dirty="0" smtClean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170</a:t>
            </a:r>
          </a:p>
          <a:p>
            <a:r>
              <a:rPr lang="en-US" dirty="0" smtClean="0"/>
              <a:t>-185</a:t>
            </a:r>
          </a:p>
          <a:p>
            <a:r>
              <a:rPr lang="en-US" dirty="0" smtClean="0"/>
              <a:t>120</a:t>
            </a:r>
          </a:p>
          <a:p>
            <a:r>
              <a:rPr lang="en-US" dirty="0" smtClean="0"/>
              <a:t>147</a:t>
            </a:r>
          </a:p>
          <a:p>
            <a:r>
              <a:rPr lang="en-US" dirty="0" smtClean="0"/>
              <a:t>-57</a:t>
            </a:r>
          </a:p>
          <a:p>
            <a:r>
              <a:rPr lang="en-US" dirty="0" smtClean="0"/>
              <a:t>255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  <a:endParaRPr lang="en-US" sz="1000" dirty="0" smtClean="0"/>
          </a:p>
          <a:p>
            <a:r>
              <a:rPr lang="en-US" sz="1000" dirty="0" smtClean="0"/>
              <a:t>-165</a:t>
            </a:r>
          </a:p>
          <a:p>
            <a:r>
              <a:rPr lang="en-US" sz="1000" dirty="0" smtClean="0"/>
              <a:t>100</a:t>
            </a:r>
          </a:p>
          <a:p>
            <a:r>
              <a:rPr lang="en-US" sz="1000" dirty="0" smtClean="0"/>
              <a:t>127</a:t>
            </a:r>
          </a:p>
          <a:p>
            <a:r>
              <a:rPr lang="en-US" sz="1000" dirty="0" smtClean="0"/>
              <a:t>-37</a:t>
            </a:r>
          </a:p>
          <a:p>
            <a:r>
              <a:rPr lang="en-US" sz="1000" dirty="0" smtClean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125</a:t>
            </a:r>
          </a:p>
          <a:p>
            <a:r>
              <a:rPr lang="en-US" sz="1000" dirty="0" smtClean="0"/>
              <a:t>-125</a:t>
            </a:r>
          </a:p>
          <a:p>
            <a:r>
              <a:rPr lang="en-US" sz="1000" dirty="0" smtClean="0"/>
              <a:t>10</a:t>
            </a:r>
          </a:p>
          <a:p>
            <a:r>
              <a:rPr lang="en-US" sz="1000" dirty="0" smtClean="0"/>
              <a:t>17</a:t>
            </a:r>
          </a:p>
          <a:p>
            <a:r>
              <a:rPr lang="en-US" sz="1000" dirty="0" smtClean="0"/>
              <a:t>-67</a:t>
            </a:r>
          </a:p>
          <a:p>
            <a:r>
              <a:rPr lang="en-US" sz="1000" dirty="0"/>
              <a:t>-</a:t>
            </a:r>
            <a:r>
              <a:rPr lang="en-US" sz="1000" dirty="0" smtClean="0"/>
              <a:t>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-1</a:t>
            </a:r>
          </a:p>
          <a:p>
            <a:r>
              <a:rPr lang="en-US" sz="1000" dirty="0" smtClean="0"/>
              <a:t>0</a:t>
            </a:r>
          </a:p>
          <a:p>
            <a:r>
              <a:rPr lang="en-US" sz="1000" dirty="0" smtClean="0"/>
              <a:t>1</a:t>
            </a:r>
          </a:p>
          <a:p>
            <a:r>
              <a:rPr lang="en-US" sz="1000" dirty="0" smtClean="0"/>
              <a:t>-7</a:t>
            </a:r>
          </a:p>
          <a:p>
            <a:r>
              <a:rPr lang="en-US" sz="1000" dirty="0" smtClean="0"/>
              <a:t>-3</a:t>
            </a:r>
            <a:br>
              <a:rPr lang="en-US" sz="1000" dirty="0" smtClean="0"/>
            </a:br>
            <a:r>
              <a:rPr lang="en-US" sz="1000" dirty="0" smtClean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</a:t>
            </a:r>
            <a:r>
              <a:rPr lang="en-US" sz="1000" dirty="0" err="1" smtClean="0"/>
              <a:t>Shh</a:t>
            </a:r>
            <a:r>
              <a:rPr lang="en-US" sz="1000" dirty="0" smtClean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FAST API</a:t>
            </a:r>
            <a:endParaRPr lang="en-AU" sz="2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788741" y="2609093"/>
            <a:ext cx="2570654" cy="2508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Step 1: STT &gt;&gt;</a:t>
            </a:r>
            <a:br>
              <a:rPr lang="en-US" dirty="0" smtClean="0"/>
            </a:br>
            <a:r>
              <a:rPr lang="en-US" sz="1100" dirty="0" smtClean="0"/>
              <a:t>Kim: Okay Syan, I am good and now play me my song</a:t>
            </a:r>
            <a:br>
              <a:rPr lang="en-US" sz="1100" dirty="0" smtClean="0"/>
            </a:br>
            <a:r>
              <a:rPr lang="en-US" dirty="0"/>
              <a:t>Step </a:t>
            </a:r>
            <a:r>
              <a:rPr lang="en-US" dirty="0" smtClean="0"/>
              <a:t>2: </a:t>
            </a:r>
            <a:r>
              <a:rPr lang="en-AU" dirty="0" smtClean="0"/>
              <a:t>LLM-dialog</a:t>
            </a:r>
            <a:r>
              <a:rPr lang="en-US" dirty="0" smtClean="0"/>
              <a:t> </a:t>
            </a:r>
            <a:r>
              <a:rPr lang="en-US" dirty="0" err="1" smtClean="0"/>
              <a:t>Mgt</a:t>
            </a:r>
            <a:r>
              <a:rPr lang="en-US" sz="1100" dirty="0"/>
              <a:t/>
            </a:r>
            <a:br>
              <a:rPr lang="en-US" sz="1100" dirty="0"/>
            </a:br>
            <a:r>
              <a:rPr lang="en-US" sz="1100" dirty="0" smtClean="0"/>
              <a:t>Call LLM+RAG (</a:t>
            </a:r>
            <a:r>
              <a:rPr lang="en-US" sz="1100" dirty="0"/>
              <a:t>Kim: </a:t>
            </a:r>
            <a:r>
              <a:rPr lang="en-US" sz="1100" dirty="0" smtClean="0"/>
              <a:t>“Okay </a:t>
            </a:r>
            <a:r>
              <a:rPr lang="en-US" sz="1100" dirty="0"/>
              <a:t>Syan, I am good and now play me my </a:t>
            </a:r>
            <a:r>
              <a:rPr lang="en-US" sz="1100" dirty="0" smtClean="0"/>
              <a:t>song, session, </a:t>
            </a:r>
            <a:r>
              <a:rPr lang="en-US" sz="1100" dirty="0" smtClean="0"/>
              <a:t>context”,</a:t>
            </a:r>
          </a:p>
          <a:p>
            <a:r>
              <a:rPr lang="en-US" sz="1100" dirty="0"/>
              <a:t>emotion, </a:t>
            </a:r>
            <a:endParaRPr lang="en-US" sz="1100" dirty="0" smtClean="0"/>
          </a:p>
          <a:p>
            <a:r>
              <a:rPr lang="en-US" sz="1100" dirty="0" err="1" smtClean="0"/>
              <a:t>Kims</a:t>
            </a:r>
            <a:r>
              <a:rPr lang="en-US" sz="1100" dirty="0" smtClean="0"/>
              <a:t> </a:t>
            </a:r>
            <a:r>
              <a:rPr lang="en-US" sz="1100" dirty="0" smtClean="0"/>
              <a:t>long and short term Wellbeing scores Soul Score </a:t>
            </a:r>
            <a:r>
              <a:rPr lang="en-US" sz="1100" dirty="0" err="1" smtClean="0"/>
              <a:t>Marix</a:t>
            </a:r>
            <a:r>
              <a:rPr lang="en-US" sz="1100" dirty="0" smtClean="0"/>
              <a:t>, </a:t>
            </a:r>
            <a:endParaRPr lang="en-US" sz="1100" dirty="0" smtClean="0"/>
          </a:p>
          <a:p>
            <a:r>
              <a:rPr lang="en-US" sz="1100" dirty="0" smtClean="0"/>
              <a:t>Summary </a:t>
            </a:r>
            <a:r>
              <a:rPr lang="en-US" sz="1100" dirty="0" smtClean="0"/>
              <a:t>of history of recent/ past chats,</a:t>
            </a:r>
          </a:p>
          <a:p>
            <a:r>
              <a:rPr lang="en-US" sz="1100" dirty="0" smtClean="0"/>
              <a:t>Any specific request for </a:t>
            </a:r>
            <a:r>
              <a:rPr lang="en-US" sz="1100" dirty="0" smtClean="0"/>
              <a:t>music/ tracks</a:t>
            </a:r>
            <a:r>
              <a:rPr lang="en-US" sz="1100" dirty="0" smtClean="0"/>
              <a:t>)</a:t>
            </a:r>
          </a:p>
          <a:p>
            <a:endParaRPr lang="en-AU" sz="1100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9480425" y="3621391"/>
            <a:ext cx="1330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LLM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Emotion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</a:t>
                </a:r>
                <a:r>
                  <a:rPr lang="en-AU" sz="1200" dirty="0" smtClean="0"/>
                  <a:t>Sara</a:t>
                </a:r>
                <a:endParaRPr lang="en-AU" sz="1200" dirty="0"/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3368</TotalTime>
  <Words>225</Words>
  <Application>Microsoft Office PowerPoint</Application>
  <PresentationFormat>Widescreen</PresentationFormat>
  <Paragraphs>83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71</cp:revision>
  <dcterms:created xsi:type="dcterms:W3CDTF">2026-06-09T04:46:32Z</dcterms:created>
  <dcterms:modified xsi:type="dcterms:W3CDTF">2026-08-03T04:39:06Z</dcterms:modified>
</cp:coreProperties>
</file>
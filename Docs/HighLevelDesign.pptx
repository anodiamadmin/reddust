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7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12/06/2026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1498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12/06/2026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27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12/06/2026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8931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12/06/2026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5662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12/06/2026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1788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12/06/2026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5983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12/06/2026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4924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12/06/2026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9077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12/06/2026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3140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12/06/2026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9231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12/06/2026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2812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3FB3A-B447-4E05-B10D-88C79CDC8F57}" type="datetimeFigureOut">
              <a:rPr lang="en-AU" smtClean="0"/>
              <a:t>12/06/2026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1422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825661" y="2430780"/>
            <a:ext cx="5810079" cy="43662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3" name="Rounded Rectangle 82"/>
          <p:cNvSpPr/>
          <p:nvPr/>
        </p:nvSpPr>
        <p:spPr>
          <a:xfrm>
            <a:off x="6006376" y="4023360"/>
            <a:ext cx="5499824" cy="2659380"/>
          </a:xfrm>
          <a:prstGeom prst="roundRect">
            <a:avLst>
              <a:gd name="adj" fmla="val 10077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4" name="Rounded Rectangle 63"/>
          <p:cNvSpPr/>
          <p:nvPr/>
        </p:nvSpPr>
        <p:spPr>
          <a:xfrm>
            <a:off x="1452198" y="1100137"/>
            <a:ext cx="3772580" cy="92796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Chat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</p:txBody>
      </p:sp>
      <p:cxnSp>
        <p:nvCxnSpPr>
          <p:cNvPr id="70" name="Curved Connector 69"/>
          <p:cNvCxnSpPr>
            <a:stCxn id="55" idx="0"/>
          </p:cNvCxnSpPr>
          <p:nvPr/>
        </p:nvCxnSpPr>
        <p:spPr>
          <a:xfrm rot="5400000" flipH="1" flipV="1">
            <a:off x="3494165" y="-161379"/>
            <a:ext cx="2469800" cy="3493601"/>
          </a:xfrm>
          <a:prstGeom prst="curvedConnector2">
            <a:avLst/>
          </a:prstGeom>
          <a:ln w="12700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112306" y="1225103"/>
            <a:ext cx="5523434" cy="92796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Chat Conversation      .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</p:txBody>
      </p:sp>
      <p:sp>
        <p:nvSpPr>
          <p:cNvPr id="18" name="Rounded Rectangle 17"/>
          <p:cNvSpPr/>
          <p:nvPr/>
        </p:nvSpPr>
        <p:spPr>
          <a:xfrm>
            <a:off x="6475865" y="81985"/>
            <a:ext cx="3493826" cy="92796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Syan Bot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</p:txBody>
      </p:sp>
      <p:sp>
        <p:nvSpPr>
          <p:cNvPr id="17" name="Rounded Rectangle 16"/>
          <p:cNvSpPr/>
          <p:nvPr/>
        </p:nvSpPr>
        <p:spPr>
          <a:xfrm>
            <a:off x="5887076" y="2580337"/>
            <a:ext cx="3493826" cy="123512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ounded Rectangle 4"/>
          <p:cNvSpPr/>
          <p:nvPr/>
        </p:nvSpPr>
        <p:spPr>
          <a:xfrm>
            <a:off x="6923396" y="496536"/>
            <a:ext cx="1170750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LLM</a:t>
            </a:r>
            <a:endParaRPr lang="en-AU" dirty="0"/>
          </a:p>
        </p:txBody>
      </p:sp>
      <p:sp>
        <p:nvSpPr>
          <p:cNvPr id="6" name="Rounded Rectangle 5"/>
          <p:cNvSpPr/>
          <p:nvPr/>
        </p:nvSpPr>
        <p:spPr>
          <a:xfrm>
            <a:off x="7900363" y="2709184"/>
            <a:ext cx="1416608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Auth</a:t>
            </a:r>
            <a:endParaRPr lang="en-AU" dirty="0"/>
          </a:p>
        </p:txBody>
      </p:sp>
      <p:sp>
        <p:nvSpPr>
          <p:cNvPr id="7" name="Rounded Rectangle 6"/>
          <p:cNvSpPr/>
          <p:nvPr/>
        </p:nvSpPr>
        <p:spPr>
          <a:xfrm>
            <a:off x="7900363" y="3216426"/>
            <a:ext cx="1416608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 Profile</a:t>
            </a:r>
            <a:endParaRPr lang="en-AU" dirty="0"/>
          </a:p>
        </p:txBody>
      </p:sp>
      <p:sp>
        <p:nvSpPr>
          <p:cNvPr id="9" name="Rounded Rectangle 8"/>
          <p:cNvSpPr/>
          <p:nvPr/>
        </p:nvSpPr>
        <p:spPr>
          <a:xfrm>
            <a:off x="8094146" y="496536"/>
            <a:ext cx="1416608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RAG Docs</a:t>
            </a:r>
            <a:endParaRPr lang="en-AU" dirty="0"/>
          </a:p>
        </p:txBody>
      </p:sp>
      <p:sp>
        <p:nvSpPr>
          <p:cNvPr id="11" name="Rounded Rectangle 10"/>
          <p:cNvSpPr/>
          <p:nvPr/>
        </p:nvSpPr>
        <p:spPr>
          <a:xfrm>
            <a:off x="6068833" y="4172896"/>
            <a:ext cx="1565155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User1.1</a:t>
            </a:r>
            <a:endParaRPr lang="en-AU" dirty="0"/>
          </a:p>
        </p:txBody>
      </p:sp>
      <p:sp>
        <p:nvSpPr>
          <p:cNvPr id="12" name="Rounded Rectangle 11"/>
          <p:cNvSpPr/>
          <p:nvPr/>
        </p:nvSpPr>
        <p:spPr>
          <a:xfrm>
            <a:off x="7809248" y="4172896"/>
            <a:ext cx="1571653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User1.2</a:t>
            </a:r>
            <a:endParaRPr lang="en-AU" dirty="0"/>
          </a:p>
        </p:txBody>
      </p:sp>
      <p:sp>
        <p:nvSpPr>
          <p:cNvPr id="13" name="Rounded Rectangle 12"/>
          <p:cNvSpPr/>
          <p:nvPr/>
        </p:nvSpPr>
        <p:spPr>
          <a:xfrm>
            <a:off x="9758354" y="4172896"/>
            <a:ext cx="1610686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User1.N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9306161" y="4047450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ED7D31"/>
                </a:solidFill>
              </a:rPr>
              <a:t>…</a:t>
            </a:r>
            <a:endParaRPr lang="en-AU" dirty="0">
              <a:solidFill>
                <a:srgbClr val="ED7D3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064282" y="3269878"/>
            <a:ext cx="1416608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 History</a:t>
            </a:r>
            <a:endParaRPr lang="en-AU" dirty="0"/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7551452" y="1013031"/>
            <a:ext cx="1" cy="1567306"/>
          </a:xfrm>
          <a:prstGeom prst="straightConnector1">
            <a:avLst/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9652251" y="976280"/>
            <a:ext cx="28034" cy="2019575"/>
          </a:xfrm>
          <a:prstGeom prst="straightConnector1">
            <a:avLst/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22604" y="2995855"/>
            <a:ext cx="1688110" cy="81960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Recommended</a:t>
            </a:r>
          </a:p>
          <a:p>
            <a:pPr algn="ctr"/>
            <a:r>
              <a:rPr lang="en-US" dirty="0" smtClean="0"/>
              <a:t>Track List</a:t>
            </a:r>
            <a:endParaRPr lang="en-AU" dirty="0"/>
          </a:p>
        </p:txBody>
      </p:sp>
      <p:cxnSp>
        <p:nvCxnSpPr>
          <p:cNvPr id="28" name="Curved Connector 27"/>
          <p:cNvCxnSpPr>
            <a:endCxn id="18" idx="3"/>
          </p:cNvCxnSpPr>
          <p:nvPr/>
        </p:nvCxnSpPr>
        <p:spPr>
          <a:xfrm rot="16200000" flipV="1">
            <a:off x="9290412" y="1225247"/>
            <a:ext cx="2449888" cy="1091329"/>
          </a:xfrm>
          <a:prstGeom prst="curvedConnector2">
            <a:avLst/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389372" y="1299246"/>
            <a:ext cx="1170750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Feedback</a:t>
            </a:r>
            <a:endParaRPr lang="en-AU" dirty="0"/>
          </a:p>
        </p:txBody>
      </p:sp>
      <p:sp>
        <p:nvSpPr>
          <p:cNvPr id="30" name="Rounded Rectangle 29"/>
          <p:cNvSpPr/>
          <p:nvPr/>
        </p:nvSpPr>
        <p:spPr>
          <a:xfrm>
            <a:off x="6263640" y="1611502"/>
            <a:ext cx="1287812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Primary I/P</a:t>
            </a:r>
            <a:endParaRPr lang="en-AU" dirty="0"/>
          </a:p>
        </p:txBody>
      </p:sp>
      <p:sp>
        <p:nvSpPr>
          <p:cNvPr id="31" name="Rounded Rectangle 30"/>
          <p:cNvSpPr/>
          <p:nvPr/>
        </p:nvSpPr>
        <p:spPr>
          <a:xfrm>
            <a:off x="8929635" y="1599197"/>
            <a:ext cx="726936" cy="41962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Reco</a:t>
            </a:r>
            <a:endParaRPr lang="en-AU" dirty="0"/>
          </a:p>
        </p:txBody>
      </p:sp>
      <p:cxnSp>
        <p:nvCxnSpPr>
          <p:cNvPr id="37" name="Curved Connector 36"/>
          <p:cNvCxnSpPr>
            <a:stCxn id="18" idx="1"/>
            <a:endCxn id="11" idx="1"/>
          </p:cNvCxnSpPr>
          <p:nvPr/>
        </p:nvCxnSpPr>
        <p:spPr>
          <a:xfrm rot="10800000" flipV="1">
            <a:off x="6068833" y="545968"/>
            <a:ext cx="407032" cy="3925882"/>
          </a:xfrm>
          <a:prstGeom prst="curvedConnector3">
            <a:avLst>
              <a:gd name="adj1" fmla="val 231046"/>
            </a:avLst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045973" y="4919656"/>
            <a:ext cx="1565155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User2.1</a:t>
            </a:r>
            <a:endParaRPr lang="en-AU" dirty="0"/>
          </a:p>
        </p:txBody>
      </p:sp>
      <p:sp>
        <p:nvSpPr>
          <p:cNvPr id="44" name="Rounded Rectangle 43"/>
          <p:cNvSpPr/>
          <p:nvPr/>
        </p:nvSpPr>
        <p:spPr>
          <a:xfrm>
            <a:off x="7786388" y="4919656"/>
            <a:ext cx="1571653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User2.2</a:t>
            </a:r>
            <a:endParaRPr lang="en-AU" dirty="0"/>
          </a:p>
        </p:txBody>
      </p:sp>
      <p:sp>
        <p:nvSpPr>
          <p:cNvPr id="45" name="Rounded Rectangle 44"/>
          <p:cNvSpPr/>
          <p:nvPr/>
        </p:nvSpPr>
        <p:spPr>
          <a:xfrm>
            <a:off x="9735494" y="4919656"/>
            <a:ext cx="1610686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User2.N</a:t>
            </a:r>
            <a:endParaRPr lang="en-AU" dirty="0"/>
          </a:p>
        </p:txBody>
      </p:sp>
      <p:sp>
        <p:nvSpPr>
          <p:cNvPr id="46" name="TextBox 45"/>
          <p:cNvSpPr txBox="1"/>
          <p:nvPr/>
        </p:nvSpPr>
        <p:spPr>
          <a:xfrm>
            <a:off x="9283301" y="4794210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ED7D31"/>
                </a:solidFill>
              </a:rPr>
              <a:t>…</a:t>
            </a:r>
            <a:endParaRPr lang="en-AU" dirty="0">
              <a:solidFill>
                <a:srgbClr val="ED7D31"/>
              </a:solidFill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068833" y="5946830"/>
            <a:ext cx="1606997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UserM.1</a:t>
            </a:r>
            <a:endParaRPr lang="en-AU" dirty="0"/>
          </a:p>
        </p:txBody>
      </p:sp>
      <p:sp>
        <p:nvSpPr>
          <p:cNvPr id="48" name="Rounded Rectangle 47"/>
          <p:cNvSpPr/>
          <p:nvPr/>
        </p:nvSpPr>
        <p:spPr>
          <a:xfrm>
            <a:off x="7809248" y="5946830"/>
            <a:ext cx="1607573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UserM.2</a:t>
            </a:r>
            <a:endParaRPr lang="en-AU" dirty="0"/>
          </a:p>
        </p:txBody>
      </p:sp>
      <p:sp>
        <p:nvSpPr>
          <p:cNvPr id="49" name="Rounded Rectangle 48"/>
          <p:cNvSpPr/>
          <p:nvPr/>
        </p:nvSpPr>
        <p:spPr>
          <a:xfrm>
            <a:off x="9727874" y="5946830"/>
            <a:ext cx="1686886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err="1" smtClean="0"/>
              <a:t>UserM.N</a:t>
            </a:r>
            <a:endParaRPr lang="en-AU" dirty="0"/>
          </a:p>
        </p:txBody>
      </p:sp>
      <p:sp>
        <p:nvSpPr>
          <p:cNvPr id="50" name="TextBox 49"/>
          <p:cNvSpPr txBox="1"/>
          <p:nvPr/>
        </p:nvSpPr>
        <p:spPr>
          <a:xfrm>
            <a:off x="9306161" y="5821384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ED7D31"/>
                </a:solidFill>
              </a:rPr>
              <a:t>…</a:t>
            </a:r>
            <a:endParaRPr lang="en-AU" dirty="0">
              <a:solidFill>
                <a:srgbClr val="ED7D3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 rot="5400000">
            <a:off x="6808959" y="5426391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ED7D31"/>
                </a:solidFill>
              </a:rPr>
              <a:t>…</a:t>
            </a:r>
            <a:endParaRPr lang="en-AU" dirty="0">
              <a:solidFill>
                <a:srgbClr val="ED7D3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 rot="5400000">
            <a:off x="8453830" y="5409032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ED7D31"/>
                </a:solidFill>
              </a:rPr>
              <a:t>…</a:t>
            </a:r>
            <a:endParaRPr lang="en-AU" dirty="0">
              <a:solidFill>
                <a:srgbClr val="ED7D3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 rot="5400000">
            <a:off x="10452509" y="5409032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ED7D31"/>
                </a:solidFill>
              </a:rPr>
              <a:t>…</a:t>
            </a:r>
            <a:endParaRPr lang="en-AU" dirty="0">
              <a:solidFill>
                <a:srgbClr val="ED7D3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04970" y="5149468"/>
            <a:ext cx="4374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Avg</a:t>
            </a:r>
            <a:r>
              <a:rPr lang="en-US" dirty="0" smtClean="0"/>
              <a:t>(WS1.p)&lt;=</a:t>
            </a:r>
            <a:r>
              <a:rPr lang="en-US" dirty="0" err="1" smtClean="0"/>
              <a:t>Avg</a:t>
            </a:r>
            <a:r>
              <a:rPr lang="en-US" dirty="0" smtClean="0"/>
              <a:t>(WS2.p)&lt;=…&lt;=</a:t>
            </a:r>
            <a:r>
              <a:rPr lang="en-US" dirty="0" err="1" smtClean="0"/>
              <a:t>Avg</a:t>
            </a:r>
            <a:r>
              <a:rPr lang="en-US" dirty="0" smtClean="0"/>
              <a:t>(</a:t>
            </a:r>
            <a:r>
              <a:rPr lang="en-US" dirty="0" err="1" smtClean="0"/>
              <a:t>WSM.p</a:t>
            </a:r>
            <a:r>
              <a:rPr lang="en-US" dirty="0" smtClean="0"/>
              <a:t>)</a:t>
            </a:r>
            <a:endParaRPr lang="en-AU" dirty="0"/>
          </a:p>
        </p:txBody>
      </p:sp>
      <p:sp>
        <p:nvSpPr>
          <p:cNvPr id="55" name="Rectangle 54"/>
          <p:cNvSpPr/>
          <p:nvPr/>
        </p:nvSpPr>
        <p:spPr>
          <a:xfrm>
            <a:off x="1396212" y="2820321"/>
            <a:ext cx="3172105" cy="2090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Impersonation Test Bot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AU" dirty="0"/>
          </a:p>
        </p:txBody>
      </p:sp>
      <p:sp>
        <p:nvSpPr>
          <p:cNvPr id="57" name="Rounded Rectangle 56"/>
          <p:cNvSpPr/>
          <p:nvPr/>
        </p:nvSpPr>
        <p:spPr>
          <a:xfrm>
            <a:off x="1537663" y="3787890"/>
            <a:ext cx="1416608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 Profile</a:t>
            </a:r>
            <a:endParaRPr lang="en-AU" dirty="0"/>
          </a:p>
        </p:txBody>
      </p:sp>
      <p:sp>
        <p:nvSpPr>
          <p:cNvPr id="59" name="Rounded Rectangle 58"/>
          <p:cNvSpPr/>
          <p:nvPr/>
        </p:nvSpPr>
        <p:spPr>
          <a:xfrm>
            <a:off x="2992030" y="3787890"/>
            <a:ext cx="1416608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 History</a:t>
            </a:r>
            <a:endParaRPr lang="en-AU" dirty="0"/>
          </a:p>
        </p:txBody>
      </p:sp>
      <p:sp>
        <p:nvSpPr>
          <p:cNvPr id="65" name="Rounded Rectangle 64"/>
          <p:cNvSpPr/>
          <p:nvPr/>
        </p:nvSpPr>
        <p:spPr>
          <a:xfrm>
            <a:off x="3982942" y="1203941"/>
            <a:ext cx="1170750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Feedback</a:t>
            </a:r>
            <a:endParaRPr lang="en-AU" dirty="0"/>
          </a:p>
        </p:txBody>
      </p:sp>
      <p:sp>
        <p:nvSpPr>
          <p:cNvPr id="66" name="Rounded Rectangle 65"/>
          <p:cNvSpPr/>
          <p:nvPr/>
        </p:nvSpPr>
        <p:spPr>
          <a:xfrm>
            <a:off x="1572867" y="1203941"/>
            <a:ext cx="1287812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Primary I/P</a:t>
            </a:r>
            <a:endParaRPr lang="en-AU" dirty="0"/>
          </a:p>
        </p:txBody>
      </p:sp>
      <p:sp>
        <p:nvSpPr>
          <p:cNvPr id="67" name="Rounded Rectangle 66"/>
          <p:cNvSpPr/>
          <p:nvPr/>
        </p:nvSpPr>
        <p:spPr>
          <a:xfrm>
            <a:off x="1981086" y="1616021"/>
            <a:ext cx="879593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Reco</a:t>
            </a:r>
            <a:endParaRPr lang="en-AU" dirty="0"/>
          </a:p>
        </p:txBody>
      </p:sp>
      <p:sp>
        <p:nvSpPr>
          <p:cNvPr id="71" name="Rounded Rectangle 70"/>
          <p:cNvSpPr/>
          <p:nvPr/>
        </p:nvSpPr>
        <p:spPr>
          <a:xfrm>
            <a:off x="1668831" y="4258345"/>
            <a:ext cx="2659030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Matrix  M users &amp; N days</a:t>
            </a:r>
            <a:endParaRPr lang="en-AU" dirty="0"/>
          </a:p>
        </p:txBody>
      </p:sp>
      <p:sp>
        <p:nvSpPr>
          <p:cNvPr id="74" name="TextBox 73"/>
          <p:cNvSpPr txBox="1"/>
          <p:nvPr/>
        </p:nvSpPr>
        <p:spPr>
          <a:xfrm>
            <a:off x="604970" y="5540424"/>
            <a:ext cx="3896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STD(WS1)~=STD(WS2)~=…~=STD(WSM)</a:t>
            </a:r>
            <a:endParaRPr lang="en-AU" dirty="0"/>
          </a:p>
        </p:txBody>
      </p:sp>
      <p:sp>
        <p:nvSpPr>
          <p:cNvPr id="75" name="Rounded Rectangle 74"/>
          <p:cNvSpPr/>
          <p:nvPr/>
        </p:nvSpPr>
        <p:spPr>
          <a:xfrm>
            <a:off x="6094034" y="2682523"/>
            <a:ext cx="1317679" cy="53390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WellBeing</a:t>
            </a:r>
            <a:r>
              <a:rPr lang="en-US" dirty="0" smtClean="0"/>
              <a:t> </a:t>
            </a:r>
            <a:r>
              <a:rPr lang="en-US" dirty="0" err="1" smtClean="0"/>
              <a:t>Checkin</a:t>
            </a:r>
            <a:endParaRPr lang="en-AU" dirty="0"/>
          </a:p>
        </p:txBody>
      </p:sp>
      <p:sp>
        <p:nvSpPr>
          <p:cNvPr id="77" name="Rounded Rectangle 76"/>
          <p:cNvSpPr/>
          <p:nvPr/>
        </p:nvSpPr>
        <p:spPr>
          <a:xfrm>
            <a:off x="1539825" y="3253987"/>
            <a:ext cx="2868813" cy="39737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WellBeing</a:t>
            </a:r>
            <a:r>
              <a:rPr lang="en-US" dirty="0" smtClean="0"/>
              <a:t> </a:t>
            </a:r>
            <a:r>
              <a:rPr lang="en-US" dirty="0" err="1" smtClean="0"/>
              <a:t>Checkin</a:t>
            </a:r>
            <a:endParaRPr lang="en-AU" dirty="0"/>
          </a:p>
        </p:txBody>
      </p:sp>
      <p:cxnSp>
        <p:nvCxnSpPr>
          <p:cNvPr id="79" name="Straight Arrow Connector 78"/>
          <p:cNvCxnSpPr/>
          <p:nvPr/>
        </p:nvCxnSpPr>
        <p:spPr>
          <a:xfrm>
            <a:off x="9959715" y="945938"/>
            <a:ext cx="112323" cy="2038452"/>
          </a:xfrm>
          <a:prstGeom prst="straightConnector1">
            <a:avLst/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9814558" y="1732960"/>
            <a:ext cx="871545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RJ Talk</a:t>
            </a:r>
            <a:endParaRPr lang="en-AU" dirty="0"/>
          </a:p>
        </p:txBody>
      </p:sp>
      <p:sp>
        <p:nvSpPr>
          <p:cNvPr id="82" name="Rounded Rectangle 81"/>
          <p:cNvSpPr/>
          <p:nvPr/>
        </p:nvSpPr>
        <p:spPr>
          <a:xfrm>
            <a:off x="3878485" y="1616021"/>
            <a:ext cx="879593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RJ Talk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90644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ounded Rectangle 55"/>
          <p:cNvSpPr/>
          <p:nvPr/>
        </p:nvSpPr>
        <p:spPr>
          <a:xfrm>
            <a:off x="5901917" y="495300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9" name="Oval 18"/>
          <p:cNvSpPr/>
          <p:nvPr/>
        </p:nvSpPr>
        <p:spPr>
          <a:xfrm>
            <a:off x="8298827" y="6047733"/>
            <a:ext cx="590093" cy="571652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Rounded Rectangle 1"/>
          <p:cNvSpPr/>
          <p:nvPr/>
        </p:nvSpPr>
        <p:spPr>
          <a:xfrm>
            <a:off x="1226820" y="441960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/>
          <p:cNvSpPr txBox="1"/>
          <p:nvPr/>
        </p:nvSpPr>
        <p:spPr>
          <a:xfrm>
            <a:off x="1682561" y="1531620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smtClean="0"/>
              <a:t>Login with Google</a:t>
            </a:r>
            <a:endParaRPr lang="en-AU" u="sng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739" y="1511470"/>
            <a:ext cx="390580" cy="4096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02217" y="6347460"/>
            <a:ext cx="590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Profile</a:t>
            </a:r>
            <a:endParaRPr lang="en-AU" sz="1200" dirty="0"/>
          </a:p>
        </p:txBody>
      </p:sp>
      <p:pic>
        <p:nvPicPr>
          <p:cNvPr id="1028" name="Picture 4" descr="User - Free social ico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0644" y="6093385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usic Symbol Icons - Free SVG &amp; PNG Music Symbol Images ..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2394" y="6093385"/>
            <a:ext cx="311483" cy="31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TextBox 67"/>
          <p:cNvSpPr txBox="1"/>
          <p:nvPr/>
        </p:nvSpPr>
        <p:spPr>
          <a:xfrm>
            <a:off x="6342669" y="6347460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Music</a:t>
            </a:r>
            <a:endParaRPr lang="en-AU" sz="1200" dirty="0"/>
          </a:p>
        </p:txBody>
      </p:sp>
      <p:sp>
        <p:nvSpPr>
          <p:cNvPr id="24" name="Rounded Rectangle 23"/>
          <p:cNvSpPr/>
          <p:nvPr/>
        </p:nvSpPr>
        <p:spPr>
          <a:xfrm>
            <a:off x="6101423" y="1201658"/>
            <a:ext cx="2923309" cy="3311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Full Name</a:t>
            </a:r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6101423" y="1621053"/>
            <a:ext cx="2923309" cy="3311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DoB</a:t>
            </a:r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6101423" y="2048068"/>
            <a:ext cx="2923309" cy="53404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Preferred Languages</a:t>
            </a:r>
          </a:p>
          <a:p>
            <a:r>
              <a:rPr lang="en-US" sz="14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High Priority first. Type in others.</a:t>
            </a:r>
            <a:endParaRPr lang="en-AU" sz="1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6093803" y="3611767"/>
            <a:ext cx="2923309" cy="52823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Preferred Genres &amp; Decades</a:t>
            </a:r>
          </a:p>
          <a:p>
            <a:r>
              <a:rPr lang="en-US" sz="14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High Priority first. Type in others.</a:t>
            </a:r>
            <a:endParaRPr lang="en-AU" sz="1400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9144042" y="504365"/>
            <a:ext cx="1127062" cy="3311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Gender</a:t>
            </a:r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9144042" y="879276"/>
            <a:ext cx="1127062" cy="3311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Locale</a:t>
            </a:r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9136421" y="1251716"/>
            <a:ext cx="1295051" cy="36167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Local Time</a:t>
            </a:r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6093803" y="2602120"/>
            <a:ext cx="2978034" cy="91829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117815" y="2636993"/>
            <a:ext cx="112776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Mandarin</a:t>
            </a:r>
            <a:endParaRPr lang="en-AU" dirty="0"/>
          </a:p>
        </p:txBody>
      </p:sp>
      <p:sp>
        <p:nvSpPr>
          <p:cNvPr id="90" name="Rounded Rectangle 89"/>
          <p:cNvSpPr/>
          <p:nvPr/>
        </p:nvSpPr>
        <p:spPr>
          <a:xfrm>
            <a:off x="6126707" y="2924427"/>
            <a:ext cx="932033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Spanish</a:t>
            </a:r>
            <a:endParaRPr lang="en-AU" dirty="0"/>
          </a:p>
        </p:txBody>
      </p:sp>
      <p:sp>
        <p:nvSpPr>
          <p:cNvPr id="91" name="Rounded Rectangle 90"/>
          <p:cNvSpPr/>
          <p:nvPr/>
        </p:nvSpPr>
        <p:spPr>
          <a:xfrm>
            <a:off x="8312391" y="2634655"/>
            <a:ext cx="70025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Hindi</a:t>
            </a:r>
            <a:endParaRPr lang="en-AU" dirty="0"/>
          </a:p>
        </p:txBody>
      </p:sp>
      <p:sp>
        <p:nvSpPr>
          <p:cNvPr id="92" name="Rounded Rectangle 91"/>
          <p:cNvSpPr/>
          <p:nvPr/>
        </p:nvSpPr>
        <p:spPr>
          <a:xfrm>
            <a:off x="6127363" y="2634655"/>
            <a:ext cx="932033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English</a:t>
            </a:r>
            <a:endParaRPr lang="en-AU" dirty="0"/>
          </a:p>
        </p:txBody>
      </p:sp>
      <p:sp>
        <p:nvSpPr>
          <p:cNvPr id="93" name="Rounded Rectangle 92"/>
          <p:cNvSpPr/>
          <p:nvPr/>
        </p:nvSpPr>
        <p:spPr>
          <a:xfrm>
            <a:off x="7124423" y="2916732"/>
            <a:ext cx="932033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Arabic</a:t>
            </a:r>
            <a:endParaRPr lang="en-AU" dirty="0"/>
          </a:p>
        </p:txBody>
      </p:sp>
      <p:sp>
        <p:nvSpPr>
          <p:cNvPr id="94" name="Rounded Rectangle 93"/>
          <p:cNvSpPr/>
          <p:nvPr/>
        </p:nvSpPr>
        <p:spPr>
          <a:xfrm>
            <a:off x="8092699" y="2918900"/>
            <a:ext cx="932033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French</a:t>
            </a:r>
            <a:endParaRPr lang="en-AU" dirty="0"/>
          </a:p>
        </p:txBody>
      </p:sp>
      <p:sp>
        <p:nvSpPr>
          <p:cNvPr id="95" name="Rounded Rectangle 94"/>
          <p:cNvSpPr/>
          <p:nvPr/>
        </p:nvSpPr>
        <p:spPr>
          <a:xfrm>
            <a:off x="6143784" y="3221710"/>
            <a:ext cx="932033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Bengali</a:t>
            </a:r>
            <a:endParaRPr lang="en-AU" dirty="0"/>
          </a:p>
        </p:txBody>
      </p:sp>
      <p:sp>
        <p:nvSpPr>
          <p:cNvPr id="96" name="Rounded Rectangle 95"/>
          <p:cNvSpPr/>
          <p:nvPr/>
        </p:nvSpPr>
        <p:spPr>
          <a:xfrm>
            <a:off x="7130136" y="3221710"/>
            <a:ext cx="136459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Portuguese</a:t>
            </a:r>
            <a:endParaRPr lang="en-AU" dirty="0"/>
          </a:p>
        </p:txBody>
      </p:sp>
      <p:sp>
        <p:nvSpPr>
          <p:cNvPr id="97" name="Rounded Rectangle 96"/>
          <p:cNvSpPr/>
          <p:nvPr/>
        </p:nvSpPr>
        <p:spPr>
          <a:xfrm>
            <a:off x="6101423" y="4156186"/>
            <a:ext cx="2978034" cy="61574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6767690" y="4191059"/>
            <a:ext cx="70025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Rock</a:t>
            </a:r>
            <a:endParaRPr lang="en-AU" dirty="0"/>
          </a:p>
        </p:txBody>
      </p:sp>
      <p:sp>
        <p:nvSpPr>
          <p:cNvPr id="99" name="Rounded Rectangle 98"/>
          <p:cNvSpPr/>
          <p:nvPr/>
        </p:nvSpPr>
        <p:spPr>
          <a:xfrm>
            <a:off x="6134327" y="4478493"/>
            <a:ext cx="932033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Electro</a:t>
            </a:r>
            <a:endParaRPr lang="en-AU" dirty="0"/>
          </a:p>
        </p:txBody>
      </p:sp>
      <p:sp>
        <p:nvSpPr>
          <p:cNvPr id="100" name="Rounded Rectangle 99"/>
          <p:cNvSpPr/>
          <p:nvPr/>
        </p:nvSpPr>
        <p:spPr>
          <a:xfrm>
            <a:off x="7515752" y="4188721"/>
            <a:ext cx="1501049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Rap/ Hip Hop</a:t>
            </a:r>
            <a:endParaRPr lang="en-AU" dirty="0"/>
          </a:p>
        </p:txBody>
      </p:sp>
      <p:sp>
        <p:nvSpPr>
          <p:cNvPr id="101" name="Rounded Rectangle 100"/>
          <p:cNvSpPr/>
          <p:nvPr/>
        </p:nvSpPr>
        <p:spPr>
          <a:xfrm>
            <a:off x="6144000" y="4188721"/>
            <a:ext cx="578719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Pop</a:t>
            </a:r>
            <a:endParaRPr lang="en-AU" dirty="0"/>
          </a:p>
        </p:txBody>
      </p:sp>
      <p:sp>
        <p:nvSpPr>
          <p:cNvPr id="102" name="Rounded Rectangle 101"/>
          <p:cNvSpPr/>
          <p:nvPr/>
        </p:nvSpPr>
        <p:spPr>
          <a:xfrm>
            <a:off x="7103154" y="4470798"/>
            <a:ext cx="70025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Latin</a:t>
            </a:r>
            <a:endParaRPr lang="en-AU" dirty="0"/>
          </a:p>
        </p:txBody>
      </p:sp>
      <p:sp>
        <p:nvSpPr>
          <p:cNvPr id="103" name="Rounded Rectangle 102"/>
          <p:cNvSpPr/>
          <p:nvPr/>
        </p:nvSpPr>
        <p:spPr>
          <a:xfrm>
            <a:off x="7835016" y="4472966"/>
            <a:ext cx="578719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80s</a:t>
            </a:r>
            <a:endParaRPr lang="en-AU" dirty="0"/>
          </a:p>
        </p:txBody>
      </p:sp>
      <p:sp>
        <p:nvSpPr>
          <p:cNvPr id="107" name="Oval 106"/>
          <p:cNvSpPr/>
          <p:nvPr/>
        </p:nvSpPr>
        <p:spPr>
          <a:xfrm>
            <a:off x="13810625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36" name="Picture 12" descr="Wellbeing Icons - Free SVG &amp; PNG Wellbeing Images - Noun Projec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940" y="6121702"/>
            <a:ext cx="283166" cy="28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TextBox 111"/>
          <p:cNvSpPr txBox="1"/>
          <p:nvPr/>
        </p:nvSpPr>
        <p:spPr>
          <a:xfrm>
            <a:off x="7224130" y="6384422"/>
            <a:ext cx="8074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Wellbeing</a:t>
            </a:r>
            <a:endParaRPr lang="en-AU" sz="1200" dirty="0"/>
          </a:p>
        </p:txBody>
      </p:sp>
      <p:sp>
        <p:nvSpPr>
          <p:cNvPr id="121" name="Rounded Rectangle 120"/>
          <p:cNvSpPr/>
          <p:nvPr/>
        </p:nvSpPr>
        <p:spPr>
          <a:xfrm>
            <a:off x="6093803" y="4840064"/>
            <a:ext cx="2923309" cy="52823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Favorite Artists/ Bands</a:t>
            </a:r>
          </a:p>
          <a:p>
            <a:r>
              <a:rPr lang="en-US" sz="14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Most favorites first. Type in others.</a:t>
            </a:r>
            <a:endParaRPr lang="en-AU" sz="2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2" name="Rounded Rectangle 121"/>
          <p:cNvSpPr/>
          <p:nvPr/>
        </p:nvSpPr>
        <p:spPr>
          <a:xfrm>
            <a:off x="6101423" y="5384483"/>
            <a:ext cx="2978034" cy="61574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123" name="Rounded Rectangle 122"/>
          <p:cNvSpPr/>
          <p:nvPr/>
        </p:nvSpPr>
        <p:spPr>
          <a:xfrm>
            <a:off x="8028136" y="5415590"/>
            <a:ext cx="1025236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Kenny G</a:t>
            </a:r>
            <a:endParaRPr lang="en-AU" dirty="0"/>
          </a:p>
        </p:txBody>
      </p:sp>
      <p:sp>
        <p:nvSpPr>
          <p:cNvPr id="125" name="Rounded Rectangle 124"/>
          <p:cNvSpPr/>
          <p:nvPr/>
        </p:nvSpPr>
        <p:spPr>
          <a:xfrm>
            <a:off x="7520829" y="5417018"/>
            <a:ext cx="47828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MJ</a:t>
            </a:r>
            <a:endParaRPr lang="en-AU" dirty="0"/>
          </a:p>
        </p:txBody>
      </p:sp>
      <p:sp>
        <p:nvSpPr>
          <p:cNvPr id="126" name="Rounded Rectangle 125"/>
          <p:cNvSpPr/>
          <p:nvPr/>
        </p:nvSpPr>
        <p:spPr>
          <a:xfrm>
            <a:off x="6132360" y="5407310"/>
            <a:ext cx="136459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Bob Marley</a:t>
            </a:r>
            <a:endParaRPr lang="en-AU" dirty="0"/>
          </a:p>
        </p:txBody>
      </p:sp>
      <p:sp>
        <p:nvSpPr>
          <p:cNvPr id="127" name="Rounded Rectangle 126"/>
          <p:cNvSpPr/>
          <p:nvPr/>
        </p:nvSpPr>
        <p:spPr>
          <a:xfrm>
            <a:off x="6131971" y="5699095"/>
            <a:ext cx="1240536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Black Pink</a:t>
            </a:r>
            <a:endParaRPr lang="en-AU" dirty="0"/>
          </a:p>
        </p:txBody>
      </p:sp>
      <p:sp>
        <p:nvSpPr>
          <p:cNvPr id="128" name="Rounded Rectangle 127"/>
          <p:cNvSpPr/>
          <p:nvPr/>
        </p:nvSpPr>
        <p:spPr>
          <a:xfrm>
            <a:off x="7397858" y="5701263"/>
            <a:ext cx="1651154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Kishore Kumar</a:t>
            </a:r>
            <a:endParaRPr lang="en-AU" dirty="0"/>
          </a:p>
        </p:txBody>
      </p:sp>
      <p:sp>
        <p:nvSpPr>
          <p:cNvPr id="129" name="Rounded Rectangle 128"/>
          <p:cNvSpPr/>
          <p:nvPr/>
        </p:nvSpPr>
        <p:spPr>
          <a:xfrm>
            <a:off x="8448942" y="4472966"/>
            <a:ext cx="578719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90s</a:t>
            </a:r>
            <a:endParaRPr lang="en-AU" dirty="0"/>
          </a:p>
        </p:txBody>
      </p:sp>
      <p:grpSp>
        <p:nvGrpSpPr>
          <p:cNvPr id="36" name="Group 35"/>
          <p:cNvGrpSpPr/>
          <p:nvPr/>
        </p:nvGrpSpPr>
        <p:grpSpPr>
          <a:xfrm>
            <a:off x="7263992" y="538463"/>
            <a:ext cx="575423" cy="575423"/>
            <a:chOff x="7263992" y="538463"/>
            <a:chExt cx="575423" cy="575423"/>
          </a:xfrm>
        </p:grpSpPr>
        <p:sp>
          <p:nvSpPr>
            <p:cNvPr id="73" name="Oval 72"/>
            <p:cNvSpPr/>
            <p:nvPr/>
          </p:nvSpPr>
          <p:spPr>
            <a:xfrm>
              <a:off x="7270557" y="579082"/>
              <a:ext cx="536448" cy="519684"/>
            </a:xfrm>
            <a:prstGeom prst="ellipse">
              <a:avLst/>
            </a:prstGeom>
            <a:solidFill>
              <a:srgbClr val="FF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3992" y="538463"/>
              <a:ext cx="575423" cy="575423"/>
            </a:xfrm>
            <a:prstGeom prst="rect">
              <a:avLst/>
            </a:prstGeom>
          </p:spPr>
        </p:pic>
      </p:grpSp>
      <p:sp>
        <p:nvSpPr>
          <p:cNvPr id="130" name="Rounded Rectangle 129"/>
          <p:cNvSpPr/>
          <p:nvPr/>
        </p:nvSpPr>
        <p:spPr>
          <a:xfrm>
            <a:off x="9136420" y="1654636"/>
            <a:ext cx="1440594" cy="37491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Current Date</a:t>
            </a:r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561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ounded Rectangle 105"/>
          <p:cNvSpPr/>
          <p:nvPr/>
        </p:nvSpPr>
        <p:spPr>
          <a:xfrm>
            <a:off x="7034664" y="396240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7" name="Oval 106"/>
          <p:cNvSpPr/>
          <p:nvPr/>
        </p:nvSpPr>
        <p:spPr>
          <a:xfrm>
            <a:off x="13810625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3" name="Oval 112"/>
          <p:cNvSpPr/>
          <p:nvPr/>
        </p:nvSpPr>
        <p:spPr>
          <a:xfrm>
            <a:off x="7494690" y="5911711"/>
            <a:ext cx="590093" cy="571652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4" name="TextBox 113"/>
          <p:cNvSpPr txBox="1"/>
          <p:nvPr/>
        </p:nvSpPr>
        <p:spPr>
          <a:xfrm>
            <a:off x="9471660" y="6211438"/>
            <a:ext cx="590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Profile</a:t>
            </a:r>
            <a:endParaRPr lang="en-AU" sz="1200" dirty="0"/>
          </a:p>
        </p:txBody>
      </p:sp>
      <p:pic>
        <p:nvPicPr>
          <p:cNvPr id="115" name="Picture 4" descr="User - Free social ic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0087" y="5957363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" name="Picture 10" descr="Music Symbol Icons - Free SVG &amp; PNG Music Symbol Images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837" y="5957363"/>
            <a:ext cx="311483" cy="31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" name="TextBox 116"/>
          <p:cNvSpPr txBox="1"/>
          <p:nvPr/>
        </p:nvSpPr>
        <p:spPr>
          <a:xfrm>
            <a:off x="7512112" y="6211438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Music</a:t>
            </a:r>
            <a:endParaRPr lang="en-AU" sz="1200" dirty="0"/>
          </a:p>
        </p:txBody>
      </p:sp>
      <p:pic>
        <p:nvPicPr>
          <p:cNvPr id="118" name="Picture 12" descr="Wellbeing Icons - Free SVG &amp; PNG Wellbeing Images - Noun Projec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7383" y="5985680"/>
            <a:ext cx="283166" cy="28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9" name="TextBox 118"/>
          <p:cNvSpPr txBox="1"/>
          <p:nvPr/>
        </p:nvSpPr>
        <p:spPr>
          <a:xfrm>
            <a:off x="8393573" y="6248400"/>
            <a:ext cx="8074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Wellbeing</a:t>
            </a:r>
            <a:endParaRPr lang="en-AU" sz="1200" dirty="0"/>
          </a:p>
        </p:txBody>
      </p:sp>
      <p:sp>
        <p:nvSpPr>
          <p:cNvPr id="120" name="Rounded Rectangle 119"/>
          <p:cNvSpPr/>
          <p:nvPr/>
        </p:nvSpPr>
        <p:spPr>
          <a:xfrm>
            <a:off x="7234169" y="786451"/>
            <a:ext cx="2923309" cy="4542485"/>
          </a:xfrm>
          <a:prstGeom prst="roundRect">
            <a:avLst>
              <a:gd name="adj" fmla="val 4155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7244754" y="1350612"/>
            <a:ext cx="357293" cy="357293"/>
            <a:chOff x="7263992" y="538463"/>
            <a:chExt cx="575423" cy="575423"/>
          </a:xfrm>
        </p:grpSpPr>
        <p:sp>
          <p:nvSpPr>
            <p:cNvPr id="34" name="Oval 33"/>
            <p:cNvSpPr/>
            <p:nvPr/>
          </p:nvSpPr>
          <p:spPr>
            <a:xfrm>
              <a:off x="7270557" y="579082"/>
              <a:ext cx="536448" cy="519684"/>
            </a:xfrm>
            <a:prstGeom prst="ellipse">
              <a:avLst/>
            </a:prstGeom>
            <a:solidFill>
              <a:srgbClr val="FF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3992" y="538463"/>
              <a:ext cx="575423" cy="575423"/>
            </a:xfrm>
            <a:prstGeom prst="rect">
              <a:avLst/>
            </a:prstGeom>
          </p:spPr>
        </p:pic>
      </p:grpSp>
      <p:sp>
        <p:nvSpPr>
          <p:cNvPr id="36" name="Rounded Rectangle 35"/>
          <p:cNvSpPr/>
          <p:nvPr/>
        </p:nvSpPr>
        <p:spPr>
          <a:xfrm>
            <a:off x="7249409" y="5438965"/>
            <a:ext cx="2923309" cy="352834"/>
          </a:xfrm>
          <a:prstGeom prst="roundRect">
            <a:avLst>
              <a:gd name="adj" fmla="val 3223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9813376" y="5459290"/>
            <a:ext cx="366618" cy="332509"/>
          </a:xfrm>
          <a:prstGeom prst="roundRect">
            <a:avLst>
              <a:gd name="adj" fmla="val 36250"/>
            </a:avLst>
          </a:prstGeom>
          <a:solidFill>
            <a:schemeClr val="accent2">
              <a:lumMod val="75000"/>
            </a:schemeClr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39" name="Picture 2" descr="Send Icon in SVG, PNG format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5787" y="5520554"/>
            <a:ext cx="209979" cy="209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ounded Rectangle 18"/>
          <p:cNvSpPr/>
          <p:nvPr/>
        </p:nvSpPr>
        <p:spPr>
          <a:xfrm>
            <a:off x="492837" y="299859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0" name="Oval 19"/>
          <p:cNvSpPr/>
          <p:nvPr/>
        </p:nvSpPr>
        <p:spPr>
          <a:xfrm>
            <a:off x="952863" y="5815330"/>
            <a:ext cx="590093" cy="571652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TextBox 20"/>
          <p:cNvSpPr txBox="1"/>
          <p:nvPr/>
        </p:nvSpPr>
        <p:spPr>
          <a:xfrm>
            <a:off x="2929833" y="6115057"/>
            <a:ext cx="590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Profile</a:t>
            </a:r>
            <a:endParaRPr lang="en-AU" sz="1200" dirty="0"/>
          </a:p>
        </p:txBody>
      </p:sp>
      <p:pic>
        <p:nvPicPr>
          <p:cNvPr id="22" name="Picture 4" descr="User - Free social ic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8260" y="5860982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Music Symbol Icons - Free SVG &amp; PNG Music Symbol Images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010" y="5860982"/>
            <a:ext cx="311483" cy="31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970285" y="6115057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Music</a:t>
            </a:r>
            <a:endParaRPr lang="en-AU" sz="1200" dirty="0"/>
          </a:p>
        </p:txBody>
      </p:sp>
      <p:pic>
        <p:nvPicPr>
          <p:cNvPr id="25" name="Picture 12" descr="Wellbeing Icons - Free SVG &amp; PNG Wellbeing Images - Noun Projec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56" y="5889299"/>
            <a:ext cx="283166" cy="28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/>
          <p:cNvSpPr txBox="1"/>
          <p:nvPr/>
        </p:nvSpPr>
        <p:spPr>
          <a:xfrm>
            <a:off x="1851746" y="6152019"/>
            <a:ext cx="8074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Wellbeing</a:t>
            </a:r>
            <a:endParaRPr lang="en-AU" sz="1200" dirty="0"/>
          </a:p>
        </p:txBody>
      </p:sp>
      <p:sp>
        <p:nvSpPr>
          <p:cNvPr id="27" name="Rounded Rectangle 26"/>
          <p:cNvSpPr/>
          <p:nvPr/>
        </p:nvSpPr>
        <p:spPr>
          <a:xfrm>
            <a:off x="692342" y="703718"/>
            <a:ext cx="2923309" cy="4542485"/>
          </a:xfrm>
          <a:prstGeom prst="roundRect">
            <a:avLst>
              <a:gd name="adj" fmla="val 4155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3271549" y="783952"/>
            <a:ext cx="295284" cy="295284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grpSp>
        <p:nvGrpSpPr>
          <p:cNvPr id="29" name="Group 28"/>
          <p:cNvGrpSpPr/>
          <p:nvPr/>
        </p:nvGrpSpPr>
        <p:grpSpPr>
          <a:xfrm>
            <a:off x="754123" y="1168951"/>
            <a:ext cx="432324" cy="432324"/>
            <a:chOff x="7263992" y="538463"/>
            <a:chExt cx="575423" cy="575423"/>
          </a:xfrm>
        </p:grpSpPr>
        <p:sp>
          <p:nvSpPr>
            <p:cNvPr id="30" name="Oval 29"/>
            <p:cNvSpPr/>
            <p:nvPr/>
          </p:nvSpPr>
          <p:spPr>
            <a:xfrm>
              <a:off x="7270557" y="579082"/>
              <a:ext cx="536448" cy="519684"/>
            </a:xfrm>
            <a:prstGeom prst="ellipse">
              <a:avLst/>
            </a:prstGeom>
            <a:solidFill>
              <a:srgbClr val="FF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9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3992" y="538463"/>
              <a:ext cx="575423" cy="575423"/>
            </a:xfrm>
            <a:prstGeom prst="rect">
              <a:avLst/>
            </a:prstGeom>
          </p:spPr>
        </p:pic>
      </p:grpSp>
      <p:sp>
        <p:nvSpPr>
          <p:cNvPr id="37" name="Rounded Rectangle 36"/>
          <p:cNvSpPr/>
          <p:nvPr/>
        </p:nvSpPr>
        <p:spPr>
          <a:xfrm>
            <a:off x="707582" y="5342584"/>
            <a:ext cx="2923309" cy="352834"/>
          </a:xfrm>
          <a:prstGeom prst="roundRect">
            <a:avLst>
              <a:gd name="adj" fmla="val 3223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3271549" y="5362909"/>
            <a:ext cx="366618" cy="332509"/>
          </a:xfrm>
          <a:prstGeom prst="roundRect">
            <a:avLst>
              <a:gd name="adj" fmla="val 36250"/>
            </a:avLst>
          </a:prstGeom>
          <a:solidFill>
            <a:schemeClr val="accent2">
              <a:lumMod val="75000"/>
            </a:schemeClr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41" name="Picture 2" descr="Send Icon in SVG, PNG format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960" y="5424173"/>
            <a:ext cx="209979" cy="209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9893592" y="892309"/>
            <a:ext cx="244036" cy="244036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43" name="Rounded Rectangular Callout 42"/>
          <p:cNvSpPr/>
          <p:nvPr/>
        </p:nvSpPr>
        <p:spPr>
          <a:xfrm rot="5400000">
            <a:off x="7917053" y="1139601"/>
            <a:ext cx="261685" cy="764013"/>
          </a:xfrm>
          <a:prstGeom prst="wedgeRoundRectCallout">
            <a:avLst>
              <a:gd name="adj1" fmla="val -29386"/>
              <a:gd name="adj2" fmla="val 65386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Rounded Rectangular Callout 41"/>
          <p:cNvSpPr/>
          <p:nvPr/>
        </p:nvSpPr>
        <p:spPr>
          <a:xfrm rot="5400000" flipV="1">
            <a:off x="8513073" y="42700"/>
            <a:ext cx="439071" cy="2161540"/>
          </a:xfrm>
          <a:prstGeom prst="wedgeRoundRectCallout">
            <a:avLst>
              <a:gd name="adj1" fmla="val -36335"/>
              <a:gd name="adj2" fmla="val 53993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/>
          <p:cNvSpPr/>
          <p:nvPr/>
        </p:nvSpPr>
        <p:spPr>
          <a:xfrm>
            <a:off x="7626043" y="881340"/>
            <a:ext cx="22765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Hey Sara 💜 How are you feeling right now?</a:t>
            </a:r>
            <a:endParaRPr lang="en-AU" sz="1200" dirty="0"/>
          </a:p>
        </p:txBody>
      </p:sp>
      <p:sp>
        <p:nvSpPr>
          <p:cNvPr id="45" name="Rectangle 44"/>
          <p:cNvSpPr/>
          <p:nvPr/>
        </p:nvSpPr>
        <p:spPr>
          <a:xfrm>
            <a:off x="7617634" y="1382274"/>
            <a:ext cx="22765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A bit </a:t>
            </a:r>
            <a:r>
              <a:rPr lang="en-AU" sz="1200" dirty="0" smtClean="0"/>
              <a:t>tired.</a:t>
            </a: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3563664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ounded Rectangle 55"/>
          <p:cNvSpPr/>
          <p:nvPr/>
        </p:nvSpPr>
        <p:spPr>
          <a:xfrm>
            <a:off x="1386840" y="396240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9" name="Oval 18"/>
          <p:cNvSpPr/>
          <p:nvPr/>
        </p:nvSpPr>
        <p:spPr>
          <a:xfrm>
            <a:off x="2799557" y="5940117"/>
            <a:ext cx="590093" cy="571652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/>
          <p:cNvSpPr txBox="1"/>
          <p:nvPr/>
        </p:nvSpPr>
        <p:spPr>
          <a:xfrm>
            <a:off x="3787140" y="6248400"/>
            <a:ext cx="590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Profile</a:t>
            </a:r>
            <a:endParaRPr lang="en-AU" sz="1200" dirty="0"/>
          </a:p>
        </p:txBody>
      </p:sp>
      <p:pic>
        <p:nvPicPr>
          <p:cNvPr id="1028" name="Picture 4" descr="User - Free social ic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567" y="5994325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usic Symbol Icons - Free SVG &amp; PNG Music Symbol Images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7317" y="5994325"/>
            <a:ext cx="311483" cy="31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TextBox 67"/>
          <p:cNvSpPr txBox="1"/>
          <p:nvPr/>
        </p:nvSpPr>
        <p:spPr>
          <a:xfrm>
            <a:off x="1827592" y="6248400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Music</a:t>
            </a:r>
            <a:endParaRPr lang="en-AU" sz="1200" dirty="0"/>
          </a:p>
        </p:txBody>
      </p:sp>
      <p:sp>
        <p:nvSpPr>
          <p:cNvPr id="107" name="Oval 106"/>
          <p:cNvSpPr/>
          <p:nvPr/>
        </p:nvSpPr>
        <p:spPr>
          <a:xfrm>
            <a:off x="13810625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36" name="Picture 12" descr="Wellbeing Icons - Free SVG &amp; PNG Wellbeing Images - Noun Projec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863" y="6022642"/>
            <a:ext cx="283166" cy="28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TextBox 111"/>
          <p:cNvSpPr txBox="1"/>
          <p:nvPr/>
        </p:nvSpPr>
        <p:spPr>
          <a:xfrm>
            <a:off x="2709053" y="6285362"/>
            <a:ext cx="8074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Wellbeing</a:t>
            </a:r>
            <a:endParaRPr lang="en-AU" sz="1200" dirty="0"/>
          </a:p>
        </p:txBody>
      </p:sp>
      <p:sp>
        <p:nvSpPr>
          <p:cNvPr id="113" name="Oval 112"/>
          <p:cNvSpPr/>
          <p:nvPr/>
        </p:nvSpPr>
        <p:spPr>
          <a:xfrm>
            <a:off x="7494690" y="5911711"/>
            <a:ext cx="590093" cy="571652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16" name="Picture 10" descr="Music Symbol Icons - Free SVG &amp; PNG Music Symbol Images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837" y="5957363"/>
            <a:ext cx="311483" cy="31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" name="TextBox 116"/>
          <p:cNvSpPr txBox="1"/>
          <p:nvPr/>
        </p:nvSpPr>
        <p:spPr>
          <a:xfrm>
            <a:off x="7512112" y="6211438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Music</a:t>
            </a:r>
            <a:endParaRPr lang="en-AU" sz="1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5811" y="770845"/>
            <a:ext cx="2984378" cy="462411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555811" y="5440375"/>
            <a:ext cx="2984378" cy="44257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View Your Wellbeing Trend</a:t>
            </a:r>
            <a:endParaRPr lang="en-AU" dirty="0"/>
          </a:p>
        </p:txBody>
      </p:sp>
      <p:sp>
        <p:nvSpPr>
          <p:cNvPr id="58" name="Rounded Rectangle 57"/>
          <p:cNvSpPr/>
          <p:nvPr/>
        </p:nvSpPr>
        <p:spPr>
          <a:xfrm>
            <a:off x="5401235" y="396240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9" name="Oval 58"/>
          <p:cNvSpPr/>
          <p:nvPr/>
        </p:nvSpPr>
        <p:spPr>
          <a:xfrm>
            <a:off x="6813952" y="5940117"/>
            <a:ext cx="590093" cy="571652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0" name="TextBox 59"/>
          <p:cNvSpPr txBox="1"/>
          <p:nvPr/>
        </p:nvSpPr>
        <p:spPr>
          <a:xfrm>
            <a:off x="7801535" y="6248400"/>
            <a:ext cx="590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Profile</a:t>
            </a:r>
            <a:endParaRPr lang="en-AU" sz="1200" dirty="0"/>
          </a:p>
        </p:txBody>
      </p:sp>
      <p:pic>
        <p:nvPicPr>
          <p:cNvPr id="61" name="Picture 4" descr="User - Free social ic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9962" y="5994325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10" descr="Music Symbol Icons - Free SVG &amp; PNG Music Symbol Images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712" y="5994325"/>
            <a:ext cx="311483" cy="31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TextBox 62"/>
          <p:cNvSpPr txBox="1"/>
          <p:nvPr/>
        </p:nvSpPr>
        <p:spPr>
          <a:xfrm>
            <a:off x="5841987" y="6248400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Music</a:t>
            </a:r>
            <a:endParaRPr lang="en-AU" sz="1200" dirty="0"/>
          </a:p>
        </p:txBody>
      </p:sp>
      <p:pic>
        <p:nvPicPr>
          <p:cNvPr id="64" name="Picture 12" descr="Wellbeing Icons - Free SVG &amp; PNG Wellbeing Images - Noun Projec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7258" y="6022642"/>
            <a:ext cx="283166" cy="28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TextBox 64"/>
          <p:cNvSpPr txBox="1"/>
          <p:nvPr/>
        </p:nvSpPr>
        <p:spPr>
          <a:xfrm>
            <a:off x="6723448" y="6285362"/>
            <a:ext cx="8074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Wellbeing</a:t>
            </a:r>
            <a:endParaRPr lang="en-AU" sz="1200" dirty="0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5567139" y="609600"/>
            <a:ext cx="25763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3800" y="782390"/>
            <a:ext cx="3104420" cy="515251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0292" y="782497"/>
            <a:ext cx="1062855" cy="29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062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2167</TotalTime>
  <Words>199</Words>
  <Application>Microsoft Office PowerPoint</Application>
  <PresentationFormat>Widescreen</PresentationFormat>
  <Paragraphs>97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29</cp:revision>
  <dcterms:created xsi:type="dcterms:W3CDTF">2026-06-09T04:46:32Z</dcterms:created>
  <dcterms:modified xsi:type="dcterms:W3CDTF">2026-06-12T04:27:46Z</dcterms:modified>
</cp:coreProperties>
</file>
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9/06/2026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25661" y="2430780"/>
            <a:ext cx="5810079" cy="4366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3" name="Rounded Rectangle 82"/>
          <p:cNvSpPr/>
          <p:nvPr/>
        </p:nvSpPr>
        <p:spPr>
          <a:xfrm>
            <a:off x="6006376" y="4023360"/>
            <a:ext cx="5499824" cy="2659380"/>
          </a:xfrm>
          <a:prstGeom prst="roundRect">
            <a:avLst>
              <a:gd name="adj" fmla="val 10077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4" name="Rounded Rectangle 63"/>
          <p:cNvSpPr/>
          <p:nvPr/>
        </p:nvSpPr>
        <p:spPr>
          <a:xfrm>
            <a:off x="1452198" y="1100137"/>
            <a:ext cx="3772580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cxnSp>
        <p:nvCxnSpPr>
          <p:cNvPr id="70" name="Curved Connector 69"/>
          <p:cNvCxnSpPr>
            <a:stCxn id="55" idx="0"/>
          </p:cNvCxnSpPr>
          <p:nvPr/>
        </p:nvCxnSpPr>
        <p:spPr>
          <a:xfrm rot="5400000" flipH="1" flipV="1">
            <a:off x="3494165" y="-161379"/>
            <a:ext cx="2469800" cy="3493601"/>
          </a:xfrm>
          <a:prstGeom prst="curvedConnector2">
            <a:avLst/>
          </a:prstGeom>
          <a:ln w="1270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12306" y="1225103"/>
            <a:ext cx="5523434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Chat Conversation      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8" name="Rounded Rectangle 17"/>
          <p:cNvSpPr/>
          <p:nvPr/>
        </p:nvSpPr>
        <p:spPr>
          <a:xfrm>
            <a:off x="6475865" y="81985"/>
            <a:ext cx="3493826" cy="92796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Syan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  <p:sp>
        <p:nvSpPr>
          <p:cNvPr id="17" name="Rounded Rectangle 16"/>
          <p:cNvSpPr/>
          <p:nvPr/>
        </p:nvSpPr>
        <p:spPr>
          <a:xfrm>
            <a:off x="5887076" y="2580337"/>
            <a:ext cx="3493826" cy="123512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4"/>
          <p:cNvSpPr/>
          <p:nvPr/>
        </p:nvSpPr>
        <p:spPr>
          <a:xfrm>
            <a:off x="6923396" y="496536"/>
            <a:ext cx="1170750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LLM</a:t>
            </a:r>
            <a:endParaRPr lang="en-AU" dirty="0"/>
          </a:p>
        </p:txBody>
      </p:sp>
      <p:sp>
        <p:nvSpPr>
          <p:cNvPr id="6" name="Rounded Rectangle 5"/>
          <p:cNvSpPr/>
          <p:nvPr/>
        </p:nvSpPr>
        <p:spPr>
          <a:xfrm>
            <a:off x="7900363" y="2709184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Auth</a:t>
            </a:r>
            <a:endParaRPr lang="en-AU" dirty="0"/>
          </a:p>
        </p:txBody>
      </p:sp>
      <p:sp>
        <p:nvSpPr>
          <p:cNvPr id="7" name="Rounded Rectangle 6"/>
          <p:cNvSpPr/>
          <p:nvPr/>
        </p:nvSpPr>
        <p:spPr>
          <a:xfrm>
            <a:off x="7900363" y="321642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9" name="Rounded Rectangle 8"/>
          <p:cNvSpPr/>
          <p:nvPr/>
        </p:nvSpPr>
        <p:spPr>
          <a:xfrm>
            <a:off x="8094146" y="496536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RAG Docs</a:t>
            </a:r>
            <a:endParaRPr lang="en-AU" dirty="0"/>
          </a:p>
        </p:txBody>
      </p:sp>
      <p:sp>
        <p:nvSpPr>
          <p:cNvPr id="11" name="Rounded Rectangle 10"/>
          <p:cNvSpPr/>
          <p:nvPr/>
        </p:nvSpPr>
        <p:spPr>
          <a:xfrm>
            <a:off x="6068833" y="417289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User1.1</a:t>
            </a:r>
            <a:endParaRPr lang="en-AU" dirty="0"/>
          </a:p>
        </p:txBody>
      </p:sp>
      <p:sp>
        <p:nvSpPr>
          <p:cNvPr id="12" name="Rounded Rectangle 11"/>
          <p:cNvSpPr/>
          <p:nvPr/>
        </p:nvSpPr>
        <p:spPr>
          <a:xfrm>
            <a:off x="7809248" y="417289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User1.2</a:t>
            </a:r>
            <a:endParaRPr lang="en-AU" dirty="0"/>
          </a:p>
        </p:txBody>
      </p:sp>
      <p:sp>
        <p:nvSpPr>
          <p:cNvPr id="13" name="Rounded Rectangle 12"/>
          <p:cNvSpPr/>
          <p:nvPr/>
        </p:nvSpPr>
        <p:spPr>
          <a:xfrm>
            <a:off x="9758354" y="417289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User1.N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9306161" y="404745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64282" y="3269878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7551452" y="1013031"/>
            <a:ext cx="1" cy="1567306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9652251" y="976280"/>
            <a:ext cx="28034" cy="2019575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22604" y="2995855"/>
            <a:ext cx="1688110" cy="8196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Recommended</a:t>
            </a:r>
          </a:p>
          <a:p>
            <a:pPr algn="ctr"/>
            <a:r>
              <a:rPr lang="en-US" dirty="0" smtClean="0"/>
              <a:t>Track List</a:t>
            </a:r>
            <a:endParaRPr lang="en-AU" dirty="0"/>
          </a:p>
        </p:txBody>
      </p:sp>
      <p:cxnSp>
        <p:nvCxnSpPr>
          <p:cNvPr id="28" name="Curved Connector 27"/>
          <p:cNvCxnSpPr>
            <a:endCxn id="18" idx="3"/>
          </p:cNvCxnSpPr>
          <p:nvPr/>
        </p:nvCxnSpPr>
        <p:spPr>
          <a:xfrm rot="16200000" flipV="1">
            <a:off x="9290412" y="1225247"/>
            <a:ext cx="2449888" cy="1091329"/>
          </a:xfrm>
          <a:prstGeom prst="curvedConnector2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389372" y="1299246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30" name="Rounded Rectangle 29"/>
          <p:cNvSpPr/>
          <p:nvPr/>
        </p:nvSpPr>
        <p:spPr>
          <a:xfrm>
            <a:off x="6263640" y="1611502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31" name="Rounded Rectangle 30"/>
          <p:cNvSpPr/>
          <p:nvPr/>
        </p:nvSpPr>
        <p:spPr>
          <a:xfrm>
            <a:off x="8929635" y="1599197"/>
            <a:ext cx="726936" cy="4196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cxnSp>
        <p:nvCxnSpPr>
          <p:cNvPr id="37" name="Curved Connector 36"/>
          <p:cNvCxnSpPr>
            <a:stCxn id="18" idx="1"/>
            <a:endCxn id="11" idx="1"/>
          </p:cNvCxnSpPr>
          <p:nvPr/>
        </p:nvCxnSpPr>
        <p:spPr>
          <a:xfrm rot="10800000" flipV="1">
            <a:off x="6068833" y="545968"/>
            <a:ext cx="407032" cy="3925882"/>
          </a:xfrm>
          <a:prstGeom prst="curvedConnector3">
            <a:avLst>
              <a:gd name="adj1" fmla="val 231046"/>
            </a:avLst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45973" y="4919656"/>
            <a:ext cx="1565155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User2.1</a:t>
            </a:r>
            <a:endParaRPr lang="en-AU" dirty="0"/>
          </a:p>
        </p:txBody>
      </p:sp>
      <p:sp>
        <p:nvSpPr>
          <p:cNvPr id="44" name="Rounded Rectangle 43"/>
          <p:cNvSpPr/>
          <p:nvPr/>
        </p:nvSpPr>
        <p:spPr>
          <a:xfrm>
            <a:off x="7786388" y="4919656"/>
            <a:ext cx="157165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User2.2</a:t>
            </a:r>
            <a:endParaRPr lang="en-AU" dirty="0"/>
          </a:p>
        </p:txBody>
      </p:sp>
      <p:sp>
        <p:nvSpPr>
          <p:cNvPr id="45" name="Rounded Rectangle 44"/>
          <p:cNvSpPr/>
          <p:nvPr/>
        </p:nvSpPr>
        <p:spPr>
          <a:xfrm>
            <a:off x="9735494" y="4919656"/>
            <a:ext cx="16106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User2.N</a:t>
            </a:r>
            <a:endParaRPr lang="en-AU" dirty="0"/>
          </a:p>
        </p:txBody>
      </p:sp>
      <p:sp>
        <p:nvSpPr>
          <p:cNvPr id="46" name="TextBox 45"/>
          <p:cNvSpPr txBox="1"/>
          <p:nvPr/>
        </p:nvSpPr>
        <p:spPr>
          <a:xfrm>
            <a:off x="9283301" y="4794210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068833" y="5946830"/>
            <a:ext cx="1606997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UserM.1</a:t>
            </a:r>
            <a:endParaRPr lang="en-AU" dirty="0"/>
          </a:p>
        </p:txBody>
      </p:sp>
      <p:sp>
        <p:nvSpPr>
          <p:cNvPr id="48" name="Rounded Rectangle 47"/>
          <p:cNvSpPr/>
          <p:nvPr/>
        </p:nvSpPr>
        <p:spPr>
          <a:xfrm>
            <a:off x="7809248" y="5946830"/>
            <a:ext cx="1607573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smtClean="0"/>
              <a:t>UserM.2</a:t>
            </a:r>
            <a:endParaRPr lang="en-AU" dirty="0"/>
          </a:p>
        </p:txBody>
      </p:sp>
      <p:sp>
        <p:nvSpPr>
          <p:cNvPr id="49" name="Rounded Rectangle 48"/>
          <p:cNvSpPr/>
          <p:nvPr/>
        </p:nvSpPr>
        <p:spPr>
          <a:xfrm>
            <a:off x="9727874" y="5946830"/>
            <a:ext cx="1686886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Score </a:t>
            </a:r>
            <a:r>
              <a:rPr lang="en-US" u="sng" dirty="0" err="1" smtClean="0"/>
              <a:t>UserM.N</a:t>
            </a:r>
            <a:endParaRPr lang="en-AU" dirty="0"/>
          </a:p>
        </p:txBody>
      </p:sp>
      <p:sp>
        <p:nvSpPr>
          <p:cNvPr id="50" name="TextBox 49"/>
          <p:cNvSpPr txBox="1"/>
          <p:nvPr/>
        </p:nvSpPr>
        <p:spPr>
          <a:xfrm>
            <a:off x="9306161" y="5821384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 rot="5400000">
            <a:off x="6808959" y="5426391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 rot="5400000">
            <a:off x="8453830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 rot="5400000">
            <a:off x="10452509" y="5409032"/>
            <a:ext cx="503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ED7D31"/>
                </a:solidFill>
              </a:rPr>
              <a:t>…</a:t>
            </a:r>
            <a:endParaRPr lang="en-AU" dirty="0">
              <a:solidFill>
                <a:srgbClr val="ED7D3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04970" y="5149468"/>
            <a:ext cx="4374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Avg</a:t>
            </a:r>
            <a:r>
              <a:rPr lang="en-US" dirty="0" smtClean="0"/>
              <a:t>(WS1.p)&lt;=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smtClean="0"/>
              <a:t>WS2.p)&lt;=…&lt;=</a:t>
            </a:r>
            <a:r>
              <a:rPr lang="en-US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WSM.p</a:t>
            </a:r>
            <a:r>
              <a:rPr lang="en-US" dirty="0" smtClean="0"/>
              <a:t>)</a:t>
            </a:r>
            <a:endParaRPr lang="en-AU" dirty="0"/>
          </a:p>
        </p:txBody>
      </p:sp>
      <p:sp>
        <p:nvSpPr>
          <p:cNvPr id="55" name="Rectangle 54"/>
          <p:cNvSpPr/>
          <p:nvPr/>
        </p:nvSpPr>
        <p:spPr>
          <a:xfrm>
            <a:off x="1396212" y="2820321"/>
            <a:ext cx="3172105" cy="20908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Impersonation Test Bot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AU" dirty="0"/>
          </a:p>
        </p:txBody>
      </p:sp>
      <p:sp>
        <p:nvSpPr>
          <p:cNvPr id="57" name="Rounded Rectangle 56"/>
          <p:cNvSpPr/>
          <p:nvPr/>
        </p:nvSpPr>
        <p:spPr>
          <a:xfrm>
            <a:off x="1537663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Profile</a:t>
            </a:r>
            <a:endParaRPr lang="en-AU" dirty="0"/>
          </a:p>
        </p:txBody>
      </p:sp>
      <p:sp>
        <p:nvSpPr>
          <p:cNvPr id="59" name="Rounded Rectangle 58"/>
          <p:cNvSpPr/>
          <p:nvPr/>
        </p:nvSpPr>
        <p:spPr>
          <a:xfrm>
            <a:off x="2992030" y="3787890"/>
            <a:ext cx="1416608" cy="38148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History</a:t>
            </a:r>
            <a:endParaRPr lang="en-AU" dirty="0"/>
          </a:p>
        </p:txBody>
      </p:sp>
      <p:sp>
        <p:nvSpPr>
          <p:cNvPr id="65" name="Rounded Rectangle 64"/>
          <p:cNvSpPr/>
          <p:nvPr/>
        </p:nvSpPr>
        <p:spPr>
          <a:xfrm>
            <a:off x="3982942" y="1203941"/>
            <a:ext cx="1170750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Feedback</a:t>
            </a:r>
            <a:endParaRPr lang="en-AU" dirty="0"/>
          </a:p>
        </p:txBody>
      </p:sp>
      <p:sp>
        <p:nvSpPr>
          <p:cNvPr id="66" name="Rounded Rectangle 65"/>
          <p:cNvSpPr/>
          <p:nvPr/>
        </p:nvSpPr>
        <p:spPr>
          <a:xfrm>
            <a:off x="1572867" y="1203941"/>
            <a:ext cx="1287812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Primary I/P</a:t>
            </a:r>
            <a:endParaRPr lang="en-AU" dirty="0"/>
          </a:p>
        </p:txBody>
      </p:sp>
      <p:sp>
        <p:nvSpPr>
          <p:cNvPr id="67" name="Rounded Rectangle 66"/>
          <p:cNvSpPr/>
          <p:nvPr/>
        </p:nvSpPr>
        <p:spPr>
          <a:xfrm>
            <a:off x="1981086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Reco</a:t>
            </a:r>
            <a:endParaRPr lang="en-AU" dirty="0"/>
          </a:p>
        </p:txBody>
      </p:sp>
      <p:sp>
        <p:nvSpPr>
          <p:cNvPr id="71" name="Rounded Rectangle 70"/>
          <p:cNvSpPr/>
          <p:nvPr/>
        </p:nvSpPr>
        <p:spPr>
          <a:xfrm>
            <a:off x="1668831" y="4258345"/>
            <a:ext cx="2659030" cy="59790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Wellbeing Matrix  M users &amp; N days</a:t>
            </a:r>
            <a:endParaRPr lang="en-AU" dirty="0"/>
          </a:p>
        </p:txBody>
      </p:sp>
      <p:sp>
        <p:nvSpPr>
          <p:cNvPr id="74" name="TextBox 73"/>
          <p:cNvSpPr txBox="1"/>
          <p:nvPr/>
        </p:nvSpPr>
        <p:spPr>
          <a:xfrm>
            <a:off x="604970" y="5540424"/>
            <a:ext cx="3896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STD(WS1)~=STD</a:t>
            </a:r>
            <a:r>
              <a:rPr lang="en-US" dirty="0" smtClean="0"/>
              <a:t>(</a:t>
            </a:r>
            <a:r>
              <a:rPr lang="en-US" dirty="0" smtClean="0"/>
              <a:t>WS2)~=…~=STD</a:t>
            </a:r>
            <a:r>
              <a:rPr lang="en-US" dirty="0" smtClean="0"/>
              <a:t>(</a:t>
            </a:r>
            <a:r>
              <a:rPr lang="en-US" dirty="0" smtClean="0"/>
              <a:t>WSM)</a:t>
            </a:r>
            <a:endParaRPr lang="en-AU" dirty="0"/>
          </a:p>
        </p:txBody>
      </p:sp>
      <p:sp>
        <p:nvSpPr>
          <p:cNvPr id="75" name="Rounded Rectangle 74"/>
          <p:cNvSpPr/>
          <p:nvPr/>
        </p:nvSpPr>
        <p:spPr>
          <a:xfrm>
            <a:off x="6094034" y="2682523"/>
            <a:ext cx="1317679" cy="533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sp>
        <p:nvSpPr>
          <p:cNvPr id="77" name="Rounded Rectangle 76"/>
          <p:cNvSpPr/>
          <p:nvPr/>
        </p:nvSpPr>
        <p:spPr>
          <a:xfrm>
            <a:off x="1539825" y="3253987"/>
            <a:ext cx="2868813" cy="39737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WellBeing</a:t>
            </a:r>
            <a:r>
              <a:rPr lang="en-US" dirty="0" smtClean="0"/>
              <a:t> </a:t>
            </a:r>
            <a:r>
              <a:rPr lang="en-US" dirty="0" err="1" smtClean="0"/>
              <a:t>Checkin</a:t>
            </a:r>
            <a:endParaRPr lang="en-AU" dirty="0"/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9959715" y="945938"/>
            <a:ext cx="112323" cy="2038452"/>
          </a:xfrm>
          <a:prstGeom prst="straightConnector1">
            <a:avLst/>
          </a:prstGeom>
          <a:ln w="1270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9814558" y="1732960"/>
            <a:ext cx="871545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  <p:sp>
        <p:nvSpPr>
          <p:cNvPr id="82" name="Rounded Rectangle 81"/>
          <p:cNvSpPr/>
          <p:nvPr/>
        </p:nvSpPr>
        <p:spPr>
          <a:xfrm>
            <a:off x="3878485" y="1616021"/>
            <a:ext cx="879593" cy="38148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RJ Talk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06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ounded Rectangle 55"/>
          <p:cNvSpPr/>
          <p:nvPr/>
        </p:nvSpPr>
        <p:spPr>
          <a:xfrm>
            <a:off x="3893820" y="4572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Oval 18"/>
          <p:cNvSpPr/>
          <p:nvPr/>
        </p:nvSpPr>
        <p:spPr>
          <a:xfrm>
            <a:off x="6290730" y="5956293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ounded Rectangle 1"/>
          <p:cNvSpPr/>
          <p:nvPr/>
        </p:nvSpPr>
        <p:spPr>
          <a:xfrm>
            <a:off x="289560" y="4572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745301" y="1546860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Login with Google</a:t>
            </a:r>
            <a:endParaRPr lang="en-AU" u="sn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479" y="1526710"/>
            <a:ext cx="390580" cy="409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94120" y="6256020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028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547" y="6001945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297" y="6001945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/>
          <p:cNvSpPr txBox="1"/>
          <p:nvPr/>
        </p:nvSpPr>
        <p:spPr>
          <a:xfrm>
            <a:off x="4334572" y="625602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4093326" y="1506458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Full Name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093326" y="1925853"/>
            <a:ext cx="2923309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DoB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4093326" y="2352868"/>
            <a:ext cx="2923309" cy="53404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Languages (High Priority first)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Oval 72"/>
          <p:cNvSpPr/>
          <p:nvPr/>
        </p:nvSpPr>
        <p:spPr>
          <a:xfrm>
            <a:off x="5262460" y="883882"/>
            <a:ext cx="536448" cy="519684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8" name="Picture 4" descr="User - Free social ic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157" y="975932"/>
            <a:ext cx="307431" cy="30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Rounded Rectangle 79"/>
          <p:cNvSpPr/>
          <p:nvPr/>
        </p:nvSpPr>
        <p:spPr>
          <a:xfrm>
            <a:off x="4085706" y="3916567"/>
            <a:ext cx="2923309" cy="52823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Preferred Genres and Decades (High Priority first)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6317292" y="124310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Gender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6317292" y="537321"/>
            <a:ext cx="1127062" cy="33119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6317291" y="940241"/>
            <a:ext cx="1295051" cy="36167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Local Time</a:t>
            </a:r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085706" y="2906920"/>
            <a:ext cx="2978034" cy="91829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109718" y="2941793"/>
            <a:ext cx="112776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Mandarin</a:t>
            </a:r>
            <a:endParaRPr lang="en-AU" dirty="0"/>
          </a:p>
        </p:txBody>
      </p:sp>
      <p:sp>
        <p:nvSpPr>
          <p:cNvPr id="90" name="Rounded Rectangle 89"/>
          <p:cNvSpPr/>
          <p:nvPr/>
        </p:nvSpPr>
        <p:spPr>
          <a:xfrm>
            <a:off x="4118610" y="3229227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Spanish</a:t>
            </a:r>
            <a:endParaRPr lang="en-AU" dirty="0"/>
          </a:p>
        </p:txBody>
      </p:sp>
      <p:sp>
        <p:nvSpPr>
          <p:cNvPr id="91" name="Rounded Rectangle 90"/>
          <p:cNvSpPr/>
          <p:nvPr/>
        </p:nvSpPr>
        <p:spPr>
          <a:xfrm>
            <a:off x="6304294" y="2939455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Hindi</a:t>
            </a:r>
            <a:endParaRPr lang="en-AU" dirty="0"/>
          </a:p>
        </p:txBody>
      </p:sp>
      <p:sp>
        <p:nvSpPr>
          <p:cNvPr id="92" name="Rounded Rectangle 91"/>
          <p:cNvSpPr/>
          <p:nvPr/>
        </p:nvSpPr>
        <p:spPr>
          <a:xfrm>
            <a:off x="4119266" y="2939455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English</a:t>
            </a:r>
            <a:endParaRPr lang="en-AU" dirty="0"/>
          </a:p>
        </p:txBody>
      </p:sp>
      <p:sp>
        <p:nvSpPr>
          <p:cNvPr id="93" name="Rounded Rectangle 92"/>
          <p:cNvSpPr/>
          <p:nvPr/>
        </p:nvSpPr>
        <p:spPr>
          <a:xfrm>
            <a:off x="5116326" y="3221532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Arabic</a:t>
            </a:r>
            <a:endParaRPr lang="en-AU" dirty="0"/>
          </a:p>
        </p:txBody>
      </p:sp>
      <p:sp>
        <p:nvSpPr>
          <p:cNvPr id="94" name="Rounded Rectangle 93"/>
          <p:cNvSpPr/>
          <p:nvPr/>
        </p:nvSpPr>
        <p:spPr>
          <a:xfrm>
            <a:off x="6084602" y="322370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French</a:t>
            </a:r>
            <a:endParaRPr lang="en-AU" dirty="0"/>
          </a:p>
        </p:txBody>
      </p:sp>
      <p:sp>
        <p:nvSpPr>
          <p:cNvPr id="95" name="Rounded Rectangle 94"/>
          <p:cNvSpPr/>
          <p:nvPr/>
        </p:nvSpPr>
        <p:spPr>
          <a:xfrm>
            <a:off x="4135687" y="3526510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Bengali</a:t>
            </a:r>
            <a:endParaRPr lang="en-AU" dirty="0"/>
          </a:p>
        </p:txBody>
      </p:sp>
      <p:sp>
        <p:nvSpPr>
          <p:cNvPr id="96" name="Rounded Rectangle 95"/>
          <p:cNvSpPr/>
          <p:nvPr/>
        </p:nvSpPr>
        <p:spPr>
          <a:xfrm>
            <a:off x="5122039" y="3526510"/>
            <a:ext cx="136459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Portuguese</a:t>
            </a:r>
            <a:endParaRPr lang="en-AU" dirty="0"/>
          </a:p>
        </p:txBody>
      </p:sp>
      <p:sp>
        <p:nvSpPr>
          <p:cNvPr id="97" name="Rounded Rectangle 96"/>
          <p:cNvSpPr/>
          <p:nvPr/>
        </p:nvSpPr>
        <p:spPr>
          <a:xfrm>
            <a:off x="4093326" y="4460986"/>
            <a:ext cx="2978034" cy="6157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4759593" y="4495859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Rock</a:t>
            </a:r>
            <a:endParaRPr lang="en-AU" dirty="0"/>
          </a:p>
        </p:txBody>
      </p:sp>
      <p:sp>
        <p:nvSpPr>
          <p:cNvPr id="99" name="Rounded Rectangle 98"/>
          <p:cNvSpPr/>
          <p:nvPr/>
        </p:nvSpPr>
        <p:spPr>
          <a:xfrm>
            <a:off x="4126230" y="4783293"/>
            <a:ext cx="932033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Electro</a:t>
            </a:r>
            <a:endParaRPr lang="en-AU" dirty="0"/>
          </a:p>
        </p:txBody>
      </p:sp>
      <p:sp>
        <p:nvSpPr>
          <p:cNvPr id="100" name="Rounded Rectangle 99"/>
          <p:cNvSpPr/>
          <p:nvPr/>
        </p:nvSpPr>
        <p:spPr>
          <a:xfrm>
            <a:off x="5507655" y="4493521"/>
            <a:ext cx="150104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Rap/ Hip Hop</a:t>
            </a:r>
            <a:endParaRPr lang="en-AU" dirty="0"/>
          </a:p>
        </p:txBody>
      </p:sp>
      <p:sp>
        <p:nvSpPr>
          <p:cNvPr id="101" name="Rounded Rectangle 100"/>
          <p:cNvSpPr/>
          <p:nvPr/>
        </p:nvSpPr>
        <p:spPr>
          <a:xfrm>
            <a:off x="4135903" y="4493521"/>
            <a:ext cx="578719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Pop</a:t>
            </a:r>
            <a:endParaRPr lang="en-AU" dirty="0"/>
          </a:p>
        </p:txBody>
      </p:sp>
      <p:sp>
        <p:nvSpPr>
          <p:cNvPr id="102" name="Rounded Rectangle 101"/>
          <p:cNvSpPr/>
          <p:nvPr/>
        </p:nvSpPr>
        <p:spPr>
          <a:xfrm>
            <a:off x="5095057" y="4775598"/>
            <a:ext cx="700250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Latin</a:t>
            </a:r>
            <a:endParaRPr lang="en-AU" dirty="0"/>
          </a:p>
        </p:txBody>
      </p:sp>
      <p:sp>
        <p:nvSpPr>
          <p:cNvPr id="103" name="Rounded Rectangle 102"/>
          <p:cNvSpPr/>
          <p:nvPr/>
        </p:nvSpPr>
        <p:spPr>
          <a:xfrm>
            <a:off x="5836083" y="4777766"/>
            <a:ext cx="636591" cy="2545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R&amp;B</a:t>
            </a:r>
            <a:endParaRPr lang="en-AU" dirty="0"/>
          </a:p>
        </p:txBody>
      </p:sp>
      <p:sp>
        <p:nvSpPr>
          <p:cNvPr id="106" name="Rounded Rectangle 105"/>
          <p:cNvSpPr/>
          <p:nvPr/>
        </p:nvSpPr>
        <p:spPr>
          <a:xfrm>
            <a:off x="8048124" y="45720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36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843" y="6030262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>
            <a:off x="5216033" y="6292982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  <p:sp>
        <p:nvSpPr>
          <p:cNvPr id="113" name="Oval 112"/>
          <p:cNvSpPr/>
          <p:nvPr/>
        </p:nvSpPr>
        <p:spPr>
          <a:xfrm>
            <a:off x="10481730" y="5919331"/>
            <a:ext cx="590093" cy="571652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/>
          <p:cNvSpPr txBox="1"/>
          <p:nvPr/>
        </p:nvSpPr>
        <p:spPr>
          <a:xfrm>
            <a:off x="10485120" y="6219058"/>
            <a:ext cx="5909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Profile</a:t>
            </a:r>
            <a:endParaRPr lang="en-AU" sz="1200" dirty="0"/>
          </a:p>
        </p:txBody>
      </p:sp>
      <p:pic>
        <p:nvPicPr>
          <p:cNvPr id="115" name="Picture 4" descr="User - Free social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3547" y="5964983"/>
            <a:ext cx="254075" cy="25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0" descr="Music Symbol Icons - Free SVG &amp; PNG Music Symbol Images ..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297" y="5964983"/>
            <a:ext cx="311483" cy="311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TextBox 116"/>
          <p:cNvSpPr txBox="1"/>
          <p:nvPr/>
        </p:nvSpPr>
        <p:spPr>
          <a:xfrm>
            <a:off x="8525572" y="6219058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Music</a:t>
            </a:r>
            <a:endParaRPr lang="en-AU" sz="1200" dirty="0"/>
          </a:p>
        </p:txBody>
      </p:sp>
      <p:pic>
        <p:nvPicPr>
          <p:cNvPr id="118" name="Picture 12" descr="Wellbeing Icons - Free SVG &amp; PNG Wellbeing Images - Noun Project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843" y="5993300"/>
            <a:ext cx="283166" cy="283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TextBox 118"/>
          <p:cNvSpPr txBox="1"/>
          <p:nvPr/>
        </p:nvSpPr>
        <p:spPr>
          <a:xfrm>
            <a:off x="9407033" y="6256020"/>
            <a:ext cx="807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Wellbeing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141</Words>
  <Application>Microsoft Office PowerPoint</Application>
  <PresentationFormat>Widescreen</PresentationFormat>
  <Paragraphs>73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13</cp:revision>
  <dcterms:created xsi:type="dcterms:W3CDTF">2026-06-09T04:46:32Z</dcterms:created>
  <dcterms:modified xsi:type="dcterms:W3CDTF">2026-06-09T07:16:57Z</dcterms:modified>
</cp:coreProperties>
</file>
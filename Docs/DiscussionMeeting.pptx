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7D31"/>
    <a:srgbClr val="FF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70" d="100"/>
          <a:sy n="70" d="100"/>
        </p:scale>
        <p:origin x="57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FB3A-B447-4E05-B10D-88C79CDC8F57}" type="datetimeFigureOut">
              <a:rPr lang="en-AU" smtClean="0"/>
              <a:t>10/06/2026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F9AA3-9857-4416-A7D0-6CE840F0A3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1498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FB3A-B447-4E05-B10D-88C79CDC8F57}" type="datetimeFigureOut">
              <a:rPr lang="en-AU" smtClean="0"/>
              <a:t>10/06/2026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F9AA3-9857-4416-A7D0-6CE840F0A3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12735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FB3A-B447-4E05-B10D-88C79CDC8F57}" type="datetimeFigureOut">
              <a:rPr lang="en-AU" smtClean="0"/>
              <a:t>10/06/2026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F9AA3-9857-4416-A7D0-6CE840F0A3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88931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FB3A-B447-4E05-B10D-88C79CDC8F57}" type="datetimeFigureOut">
              <a:rPr lang="en-AU" smtClean="0"/>
              <a:t>10/06/2026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F9AA3-9857-4416-A7D0-6CE840F0A3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05662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FB3A-B447-4E05-B10D-88C79CDC8F57}" type="datetimeFigureOut">
              <a:rPr lang="en-AU" smtClean="0"/>
              <a:t>10/06/2026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F9AA3-9857-4416-A7D0-6CE840F0A3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11788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FB3A-B447-4E05-B10D-88C79CDC8F57}" type="datetimeFigureOut">
              <a:rPr lang="en-AU" smtClean="0"/>
              <a:t>10/06/2026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F9AA3-9857-4416-A7D0-6CE840F0A3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95983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FB3A-B447-4E05-B10D-88C79CDC8F57}" type="datetimeFigureOut">
              <a:rPr lang="en-AU" smtClean="0"/>
              <a:t>10/06/2026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F9AA3-9857-4416-A7D0-6CE840F0A3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04924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FB3A-B447-4E05-B10D-88C79CDC8F57}" type="datetimeFigureOut">
              <a:rPr lang="en-AU" smtClean="0"/>
              <a:t>10/06/2026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F9AA3-9857-4416-A7D0-6CE840F0A3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99077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FB3A-B447-4E05-B10D-88C79CDC8F57}" type="datetimeFigureOut">
              <a:rPr lang="en-AU" smtClean="0"/>
              <a:t>10/06/2026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F9AA3-9857-4416-A7D0-6CE840F0A3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3140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FB3A-B447-4E05-B10D-88C79CDC8F57}" type="datetimeFigureOut">
              <a:rPr lang="en-AU" smtClean="0"/>
              <a:t>10/06/2026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F9AA3-9857-4416-A7D0-6CE840F0A3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9231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FB3A-B447-4E05-B10D-88C79CDC8F57}" type="datetimeFigureOut">
              <a:rPr lang="en-AU" smtClean="0"/>
              <a:t>10/06/2026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F9AA3-9857-4416-A7D0-6CE840F0A3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72812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F3FB3A-B447-4E05-B10D-88C79CDC8F57}" type="datetimeFigureOut">
              <a:rPr lang="en-AU" smtClean="0"/>
              <a:t>10/06/2026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3F9AA3-9857-4416-A7D0-6CE840F0A3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21422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825661" y="2430780"/>
            <a:ext cx="5810079" cy="43662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83" name="Rounded Rectangle 82"/>
          <p:cNvSpPr/>
          <p:nvPr/>
        </p:nvSpPr>
        <p:spPr>
          <a:xfrm>
            <a:off x="6006376" y="4023360"/>
            <a:ext cx="5499824" cy="2659380"/>
          </a:xfrm>
          <a:prstGeom prst="roundRect">
            <a:avLst>
              <a:gd name="adj" fmla="val 10077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4" name="Rounded Rectangle 63"/>
          <p:cNvSpPr/>
          <p:nvPr/>
        </p:nvSpPr>
        <p:spPr>
          <a:xfrm>
            <a:off x="1452198" y="1100137"/>
            <a:ext cx="3772580" cy="92796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Chat</a:t>
            </a:r>
          </a:p>
          <a:p>
            <a:pPr algn="ctr"/>
            <a:endParaRPr lang="en-US" dirty="0"/>
          </a:p>
          <a:p>
            <a:pPr algn="ctr"/>
            <a:endParaRPr lang="en-US" dirty="0" smtClean="0"/>
          </a:p>
        </p:txBody>
      </p:sp>
      <p:cxnSp>
        <p:nvCxnSpPr>
          <p:cNvPr id="70" name="Curved Connector 69"/>
          <p:cNvCxnSpPr>
            <a:stCxn id="55" idx="0"/>
          </p:cNvCxnSpPr>
          <p:nvPr/>
        </p:nvCxnSpPr>
        <p:spPr>
          <a:xfrm rot="5400000" flipH="1" flipV="1">
            <a:off x="3494165" y="-161379"/>
            <a:ext cx="2469800" cy="3493601"/>
          </a:xfrm>
          <a:prstGeom prst="curvedConnector2">
            <a:avLst/>
          </a:prstGeom>
          <a:ln w="127000">
            <a:solidFill>
              <a:srgbClr val="7030A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112306" y="1225103"/>
            <a:ext cx="5523434" cy="92796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Chat Conversation      .</a:t>
            </a:r>
          </a:p>
          <a:p>
            <a:pPr algn="ctr"/>
            <a:endParaRPr lang="en-US" dirty="0"/>
          </a:p>
          <a:p>
            <a:pPr algn="ctr"/>
            <a:endParaRPr lang="en-US" dirty="0" smtClean="0"/>
          </a:p>
        </p:txBody>
      </p:sp>
      <p:sp>
        <p:nvSpPr>
          <p:cNvPr id="18" name="Rounded Rectangle 17"/>
          <p:cNvSpPr/>
          <p:nvPr/>
        </p:nvSpPr>
        <p:spPr>
          <a:xfrm>
            <a:off x="6475865" y="81985"/>
            <a:ext cx="3493826" cy="92796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Syan Bot</a:t>
            </a:r>
          </a:p>
          <a:p>
            <a:pPr algn="ctr"/>
            <a:endParaRPr lang="en-US" dirty="0"/>
          </a:p>
          <a:p>
            <a:pPr algn="ctr"/>
            <a:endParaRPr lang="en-US" dirty="0" smtClean="0"/>
          </a:p>
        </p:txBody>
      </p:sp>
      <p:sp>
        <p:nvSpPr>
          <p:cNvPr id="17" name="Rounded Rectangle 16"/>
          <p:cNvSpPr/>
          <p:nvPr/>
        </p:nvSpPr>
        <p:spPr>
          <a:xfrm>
            <a:off x="5887076" y="2580337"/>
            <a:ext cx="3493826" cy="1235122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ounded Rectangle 4"/>
          <p:cNvSpPr/>
          <p:nvPr/>
        </p:nvSpPr>
        <p:spPr>
          <a:xfrm>
            <a:off x="6923396" y="496536"/>
            <a:ext cx="1170750" cy="38148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LLM</a:t>
            </a:r>
            <a:endParaRPr lang="en-AU" dirty="0"/>
          </a:p>
        </p:txBody>
      </p:sp>
      <p:sp>
        <p:nvSpPr>
          <p:cNvPr id="6" name="Rounded Rectangle 5"/>
          <p:cNvSpPr/>
          <p:nvPr/>
        </p:nvSpPr>
        <p:spPr>
          <a:xfrm>
            <a:off x="7900363" y="2709184"/>
            <a:ext cx="1416608" cy="38148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Auth</a:t>
            </a:r>
            <a:endParaRPr lang="en-AU" dirty="0"/>
          </a:p>
        </p:txBody>
      </p:sp>
      <p:sp>
        <p:nvSpPr>
          <p:cNvPr id="7" name="Rounded Rectangle 6"/>
          <p:cNvSpPr/>
          <p:nvPr/>
        </p:nvSpPr>
        <p:spPr>
          <a:xfrm>
            <a:off x="7900363" y="3216426"/>
            <a:ext cx="1416608" cy="38148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User Profile</a:t>
            </a:r>
            <a:endParaRPr lang="en-AU" dirty="0"/>
          </a:p>
        </p:txBody>
      </p:sp>
      <p:sp>
        <p:nvSpPr>
          <p:cNvPr id="9" name="Rounded Rectangle 8"/>
          <p:cNvSpPr/>
          <p:nvPr/>
        </p:nvSpPr>
        <p:spPr>
          <a:xfrm>
            <a:off x="8094146" y="496536"/>
            <a:ext cx="1416608" cy="38148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RAG Docs</a:t>
            </a:r>
            <a:endParaRPr lang="en-AU" dirty="0"/>
          </a:p>
        </p:txBody>
      </p:sp>
      <p:sp>
        <p:nvSpPr>
          <p:cNvPr id="11" name="Rounded Rectangle 10"/>
          <p:cNvSpPr/>
          <p:nvPr/>
        </p:nvSpPr>
        <p:spPr>
          <a:xfrm>
            <a:off x="6068833" y="4172896"/>
            <a:ext cx="1565155" cy="59790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Wellbeing Score </a:t>
            </a:r>
            <a:r>
              <a:rPr lang="en-US" u="sng" dirty="0" smtClean="0"/>
              <a:t>User1.1</a:t>
            </a:r>
            <a:endParaRPr lang="en-AU" dirty="0"/>
          </a:p>
        </p:txBody>
      </p:sp>
      <p:sp>
        <p:nvSpPr>
          <p:cNvPr id="12" name="Rounded Rectangle 11"/>
          <p:cNvSpPr/>
          <p:nvPr/>
        </p:nvSpPr>
        <p:spPr>
          <a:xfrm>
            <a:off x="7809248" y="4172896"/>
            <a:ext cx="1571653" cy="59790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Wellbeing Score </a:t>
            </a:r>
            <a:r>
              <a:rPr lang="en-US" u="sng" dirty="0" smtClean="0"/>
              <a:t>User1.2</a:t>
            </a:r>
            <a:endParaRPr lang="en-AU" dirty="0"/>
          </a:p>
        </p:txBody>
      </p:sp>
      <p:sp>
        <p:nvSpPr>
          <p:cNvPr id="13" name="Rounded Rectangle 12"/>
          <p:cNvSpPr/>
          <p:nvPr/>
        </p:nvSpPr>
        <p:spPr>
          <a:xfrm>
            <a:off x="9758354" y="4172896"/>
            <a:ext cx="1610686" cy="59790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Wellbeing Score </a:t>
            </a:r>
            <a:r>
              <a:rPr lang="en-US" u="sng" dirty="0" smtClean="0"/>
              <a:t>User1.N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9306161" y="4047450"/>
            <a:ext cx="5036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solidFill>
                  <a:srgbClr val="ED7D31"/>
                </a:solidFill>
              </a:rPr>
              <a:t>…</a:t>
            </a:r>
            <a:endParaRPr lang="en-AU" dirty="0">
              <a:solidFill>
                <a:srgbClr val="ED7D31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064282" y="3269878"/>
            <a:ext cx="1416608" cy="38148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User History</a:t>
            </a:r>
            <a:endParaRPr lang="en-AU" dirty="0"/>
          </a:p>
        </p:txBody>
      </p:sp>
      <p:cxnSp>
        <p:nvCxnSpPr>
          <p:cNvPr id="20" name="Straight Arrow Connector 19"/>
          <p:cNvCxnSpPr/>
          <p:nvPr/>
        </p:nvCxnSpPr>
        <p:spPr>
          <a:xfrm flipV="1">
            <a:off x="7551452" y="1013031"/>
            <a:ext cx="1" cy="1567306"/>
          </a:xfrm>
          <a:prstGeom prst="straightConnector1">
            <a:avLst/>
          </a:prstGeom>
          <a:ln w="1270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9652251" y="976280"/>
            <a:ext cx="28034" cy="2019575"/>
          </a:xfrm>
          <a:prstGeom prst="straightConnector1">
            <a:avLst/>
          </a:prstGeom>
          <a:ln w="1270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622604" y="2995855"/>
            <a:ext cx="1688110" cy="819603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Recommended</a:t>
            </a:r>
          </a:p>
          <a:p>
            <a:pPr algn="ctr"/>
            <a:r>
              <a:rPr lang="en-US" dirty="0" smtClean="0"/>
              <a:t>Track List</a:t>
            </a:r>
            <a:endParaRPr lang="en-AU" dirty="0"/>
          </a:p>
        </p:txBody>
      </p:sp>
      <p:cxnSp>
        <p:nvCxnSpPr>
          <p:cNvPr id="28" name="Curved Connector 27"/>
          <p:cNvCxnSpPr>
            <a:endCxn id="18" idx="3"/>
          </p:cNvCxnSpPr>
          <p:nvPr/>
        </p:nvCxnSpPr>
        <p:spPr>
          <a:xfrm rot="16200000" flipV="1">
            <a:off x="9290412" y="1225247"/>
            <a:ext cx="2449888" cy="1091329"/>
          </a:xfrm>
          <a:prstGeom prst="curvedConnector2">
            <a:avLst/>
          </a:prstGeom>
          <a:ln w="1270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10389372" y="1299246"/>
            <a:ext cx="1170750" cy="38148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Feedback</a:t>
            </a:r>
            <a:endParaRPr lang="en-AU" dirty="0"/>
          </a:p>
        </p:txBody>
      </p:sp>
      <p:sp>
        <p:nvSpPr>
          <p:cNvPr id="30" name="Rounded Rectangle 29"/>
          <p:cNvSpPr/>
          <p:nvPr/>
        </p:nvSpPr>
        <p:spPr>
          <a:xfrm>
            <a:off x="6263640" y="1611502"/>
            <a:ext cx="1287812" cy="38148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Primary I/P</a:t>
            </a:r>
            <a:endParaRPr lang="en-AU" dirty="0"/>
          </a:p>
        </p:txBody>
      </p:sp>
      <p:sp>
        <p:nvSpPr>
          <p:cNvPr id="31" name="Rounded Rectangle 30"/>
          <p:cNvSpPr/>
          <p:nvPr/>
        </p:nvSpPr>
        <p:spPr>
          <a:xfrm>
            <a:off x="8929635" y="1599197"/>
            <a:ext cx="726936" cy="419628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Reco</a:t>
            </a:r>
            <a:endParaRPr lang="en-AU" dirty="0"/>
          </a:p>
        </p:txBody>
      </p:sp>
      <p:cxnSp>
        <p:nvCxnSpPr>
          <p:cNvPr id="37" name="Curved Connector 36"/>
          <p:cNvCxnSpPr>
            <a:stCxn id="18" idx="1"/>
            <a:endCxn id="11" idx="1"/>
          </p:cNvCxnSpPr>
          <p:nvPr/>
        </p:nvCxnSpPr>
        <p:spPr>
          <a:xfrm rot="10800000" flipV="1">
            <a:off x="6068833" y="545968"/>
            <a:ext cx="407032" cy="3925882"/>
          </a:xfrm>
          <a:prstGeom prst="curvedConnector3">
            <a:avLst>
              <a:gd name="adj1" fmla="val 231046"/>
            </a:avLst>
          </a:prstGeom>
          <a:ln w="1270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6045973" y="4919656"/>
            <a:ext cx="1565155" cy="59790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Wellbeing Score </a:t>
            </a:r>
            <a:r>
              <a:rPr lang="en-US" u="sng" dirty="0" smtClean="0"/>
              <a:t>User2.1</a:t>
            </a:r>
            <a:endParaRPr lang="en-AU" dirty="0"/>
          </a:p>
        </p:txBody>
      </p:sp>
      <p:sp>
        <p:nvSpPr>
          <p:cNvPr id="44" name="Rounded Rectangle 43"/>
          <p:cNvSpPr/>
          <p:nvPr/>
        </p:nvSpPr>
        <p:spPr>
          <a:xfrm>
            <a:off x="7786388" y="4919656"/>
            <a:ext cx="1571653" cy="59790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Wellbeing Score </a:t>
            </a:r>
            <a:r>
              <a:rPr lang="en-US" u="sng" dirty="0" smtClean="0"/>
              <a:t>User2.2</a:t>
            </a:r>
            <a:endParaRPr lang="en-AU" dirty="0"/>
          </a:p>
        </p:txBody>
      </p:sp>
      <p:sp>
        <p:nvSpPr>
          <p:cNvPr id="45" name="Rounded Rectangle 44"/>
          <p:cNvSpPr/>
          <p:nvPr/>
        </p:nvSpPr>
        <p:spPr>
          <a:xfrm>
            <a:off x="9735494" y="4919656"/>
            <a:ext cx="1610686" cy="59790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Wellbeing Score </a:t>
            </a:r>
            <a:r>
              <a:rPr lang="en-US" u="sng" dirty="0" smtClean="0"/>
              <a:t>User2.N</a:t>
            </a:r>
            <a:endParaRPr lang="en-AU" dirty="0"/>
          </a:p>
        </p:txBody>
      </p:sp>
      <p:sp>
        <p:nvSpPr>
          <p:cNvPr id="46" name="TextBox 45"/>
          <p:cNvSpPr txBox="1"/>
          <p:nvPr/>
        </p:nvSpPr>
        <p:spPr>
          <a:xfrm>
            <a:off x="9283301" y="4794210"/>
            <a:ext cx="5036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solidFill>
                  <a:srgbClr val="ED7D31"/>
                </a:solidFill>
              </a:rPr>
              <a:t>…</a:t>
            </a:r>
            <a:endParaRPr lang="en-AU" dirty="0">
              <a:solidFill>
                <a:srgbClr val="ED7D31"/>
              </a:solidFill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6068833" y="5946830"/>
            <a:ext cx="1606997" cy="59790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Wellbeing Score </a:t>
            </a:r>
            <a:r>
              <a:rPr lang="en-US" u="sng" dirty="0" smtClean="0"/>
              <a:t>UserM.1</a:t>
            </a:r>
            <a:endParaRPr lang="en-AU" dirty="0"/>
          </a:p>
        </p:txBody>
      </p:sp>
      <p:sp>
        <p:nvSpPr>
          <p:cNvPr id="48" name="Rounded Rectangle 47"/>
          <p:cNvSpPr/>
          <p:nvPr/>
        </p:nvSpPr>
        <p:spPr>
          <a:xfrm>
            <a:off x="7809248" y="5946830"/>
            <a:ext cx="1607573" cy="59790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Wellbeing Score </a:t>
            </a:r>
            <a:r>
              <a:rPr lang="en-US" u="sng" dirty="0" smtClean="0"/>
              <a:t>UserM.2</a:t>
            </a:r>
            <a:endParaRPr lang="en-AU" dirty="0"/>
          </a:p>
        </p:txBody>
      </p:sp>
      <p:sp>
        <p:nvSpPr>
          <p:cNvPr id="49" name="Rounded Rectangle 48"/>
          <p:cNvSpPr/>
          <p:nvPr/>
        </p:nvSpPr>
        <p:spPr>
          <a:xfrm>
            <a:off x="9727874" y="5946830"/>
            <a:ext cx="1686886" cy="59790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Wellbeing Score </a:t>
            </a:r>
            <a:r>
              <a:rPr lang="en-US" u="sng" dirty="0" err="1" smtClean="0"/>
              <a:t>UserM.N</a:t>
            </a:r>
            <a:endParaRPr lang="en-AU" dirty="0"/>
          </a:p>
        </p:txBody>
      </p:sp>
      <p:sp>
        <p:nvSpPr>
          <p:cNvPr id="50" name="TextBox 49"/>
          <p:cNvSpPr txBox="1"/>
          <p:nvPr/>
        </p:nvSpPr>
        <p:spPr>
          <a:xfrm>
            <a:off x="9306161" y="5821384"/>
            <a:ext cx="5036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solidFill>
                  <a:srgbClr val="ED7D31"/>
                </a:solidFill>
              </a:rPr>
              <a:t>…</a:t>
            </a:r>
            <a:endParaRPr lang="en-AU" dirty="0">
              <a:solidFill>
                <a:srgbClr val="ED7D31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 rot="5400000">
            <a:off x="6808959" y="5426391"/>
            <a:ext cx="5036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solidFill>
                  <a:srgbClr val="ED7D31"/>
                </a:solidFill>
              </a:rPr>
              <a:t>…</a:t>
            </a:r>
            <a:endParaRPr lang="en-AU" dirty="0">
              <a:solidFill>
                <a:srgbClr val="ED7D3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 rot="5400000">
            <a:off x="8453830" y="5409032"/>
            <a:ext cx="5036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solidFill>
                  <a:srgbClr val="ED7D31"/>
                </a:solidFill>
              </a:rPr>
              <a:t>…</a:t>
            </a:r>
            <a:endParaRPr lang="en-AU" dirty="0">
              <a:solidFill>
                <a:srgbClr val="ED7D3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 rot="5400000">
            <a:off x="10452509" y="5409032"/>
            <a:ext cx="5036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solidFill>
                  <a:srgbClr val="ED7D31"/>
                </a:solidFill>
              </a:rPr>
              <a:t>…</a:t>
            </a:r>
            <a:endParaRPr lang="en-AU" dirty="0">
              <a:solidFill>
                <a:srgbClr val="ED7D31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04970" y="5149468"/>
            <a:ext cx="43747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Avg</a:t>
            </a:r>
            <a:r>
              <a:rPr lang="en-US" dirty="0" smtClean="0"/>
              <a:t>(WS1.p)&lt;=</a:t>
            </a:r>
            <a:r>
              <a:rPr lang="en-US" dirty="0" err="1" smtClean="0"/>
              <a:t>Avg</a:t>
            </a:r>
            <a:r>
              <a:rPr lang="en-US" dirty="0" smtClean="0"/>
              <a:t>(WS2.p)&lt;=…&lt;=</a:t>
            </a:r>
            <a:r>
              <a:rPr lang="en-US" dirty="0" err="1" smtClean="0"/>
              <a:t>Avg</a:t>
            </a:r>
            <a:r>
              <a:rPr lang="en-US" dirty="0" smtClean="0"/>
              <a:t>(</a:t>
            </a:r>
            <a:r>
              <a:rPr lang="en-US" dirty="0" err="1" smtClean="0"/>
              <a:t>WSM.p</a:t>
            </a:r>
            <a:r>
              <a:rPr lang="en-US" dirty="0" smtClean="0"/>
              <a:t>)</a:t>
            </a:r>
            <a:endParaRPr lang="en-AU" dirty="0"/>
          </a:p>
        </p:txBody>
      </p:sp>
      <p:sp>
        <p:nvSpPr>
          <p:cNvPr id="55" name="Rectangle 54"/>
          <p:cNvSpPr/>
          <p:nvPr/>
        </p:nvSpPr>
        <p:spPr>
          <a:xfrm>
            <a:off x="1396212" y="2820321"/>
            <a:ext cx="3172105" cy="20908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Impersonation Test Bot</a:t>
            </a:r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 smtClean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AU" dirty="0"/>
          </a:p>
        </p:txBody>
      </p:sp>
      <p:sp>
        <p:nvSpPr>
          <p:cNvPr id="57" name="Rounded Rectangle 56"/>
          <p:cNvSpPr/>
          <p:nvPr/>
        </p:nvSpPr>
        <p:spPr>
          <a:xfrm>
            <a:off x="1537663" y="3787890"/>
            <a:ext cx="1416608" cy="38148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User Profile</a:t>
            </a:r>
            <a:endParaRPr lang="en-AU" dirty="0"/>
          </a:p>
        </p:txBody>
      </p:sp>
      <p:sp>
        <p:nvSpPr>
          <p:cNvPr id="59" name="Rounded Rectangle 58"/>
          <p:cNvSpPr/>
          <p:nvPr/>
        </p:nvSpPr>
        <p:spPr>
          <a:xfrm>
            <a:off x="2992030" y="3787890"/>
            <a:ext cx="1416608" cy="38148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User History</a:t>
            </a:r>
            <a:endParaRPr lang="en-AU" dirty="0"/>
          </a:p>
        </p:txBody>
      </p:sp>
      <p:sp>
        <p:nvSpPr>
          <p:cNvPr id="65" name="Rounded Rectangle 64"/>
          <p:cNvSpPr/>
          <p:nvPr/>
        </p:nvSpPr>
        <p:spPr>
          <a:xfrm>
            <a:off x="3982942" y="1203941"/>
            <a:ext cx="1170750" cy="38148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Feedback</a:t>
            </a:r>
            <a:endParaRPr lang="en-AU" dirty="0"/>
          </a:p>
        </p:txBody>
      </p:sp>
      <p:sp>
        <p:nvSpPr>
          <p:cNvPr id="66" name="Rounded Rectangle 65"/>
          <p:cNvSpPr/>
          <p:nvPr/>
        </p:nvSpPr>
        <p:spPr>
          <a:xfrm>
            <a:off x="1572867" y="1203941"/>
            <a:ext cx="1287812" cy="38148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Primary I/P</a:t>
            </a:r>
            <a:endParaRPr lang="en-AU" dirty="0"/>
          </a:p>
        </p:txBody>
      </p:sp>
      <p:sp>
        <p:nvSpPr>
          <p:cNvPr id="67" name="Rounded Rectangle 66"/>
          <p:cNvSpPr/>
          <p:nvPr/>
        </p:nvSpPr>
        <p:spPr>
          <a:xfrm>
            <a:off x="1981086" y="1616021"/>
            <a:ext cx="879593" cy="38148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Reco</a:t>
            </a:r>
            <a:endParaRPr lang="en-AU" dirty="0"/>
          </a:p>
        </p:txBody>
      </p:sp>
      <p:sp>
        <p:nvSpPr>
          <p:cNvPr id="71" name="Rounded Rectangle 70"/>
          <p:cNvSpPr/>
          <p:nvPr/>
        </p:nvSpPr>
        <p:spPr>
          <a:xfrm>
            <a:off x="1668831" y="4258345"/>
            <a:ext cx="2659030" cy="59790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Wellbeing Matrix  M users &amp; N days</a:t>
            </a:r>
            <a:endParaRPr lang="en-AU" dirty="0"/>
          </a:p>
        </p:txBody>
      </p:sp>
      <p:sp>
        <p:nvSpPr>
          <p:cNvPr id="74" name="TextBox 73"/>
          <p:cNvSpPr txBox="1"/>
          <p:nvPr/>
        </p:nvSpPr>
        <p:spPr>
          <a:xfrm>
            <a:off x="604970" y="5540424"/>
            <a:ext cx="3896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STD(WS1)~=STD(WS2)~=…~=STD(WSM)</a:t>
            </a:r>
            <a:endParaRPr lang="en-AU" dirty="0"/>
          </a:p>
        </p:txBody>
      </p:sp>
      <p:sp>
        <p:nvSpPr>
          <p:cNvPr id="75" name="Rounded Rectangle 74"/>
          <p:cNvSpPr/>
          <p:nvPr/>
        </p:nvSpPr>
        <p:spPr>
          <a:xfrm>
            <a:off x="6094034" y="2682523"/>
            <a:ext cx="1317679" cy="533903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WellBeing</a:t>
            </a:r>
            <a:r>
              <a:rPr lang="en-US" dirty="0" smtClean="0"/>
              <a:t> </a:t>
            </a:r>
            <a:r>
              <a:rPr lang="en-US" dirty="0" err="1" smtClean="0"/>
              <a:t>Checkin</a:t>
            </a:r>
            <a:endParaRPr lang="en-AU" dirty="0"/>
          </a:p>
        </p:txBody>
      </p:sp>
      <p:sp>
        <p:nvSpPr>
          <p:cNvPr id="77" name="Rounded Rectangle 76"/>
          <p:cNvSpPr/>
          <p:nvPr/>
        </p:nvSpPr>
        <p:spPr>
          <a:xfrm>
            <a:off x="1539825" y="3253987"/>
            <a:ext cx="2868813" cy="397372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WellBeing</a:t>
            </a:r>
            <a:r>
              <a:rPr lang="en-US" dirty="0" smtClean="0"/>
              <a:t> </a:t>
            </a:r>
            <a:r>
              <a:rPr lang="en-US" dirty="0" err="1" smtClean="0"/>
              <a:t>Checkin</a:t>
            </a:r>
            <a:endParaRPr lang="en-AU" dirty="0"/>
          </a:p>
        </p:txBody>
      </p:sp>
      <p:cxnSp>
        <p:nvCxnSpPr>
          <p:cNvPr id="79" name="Straight Arrow Connector 78"/>
          <p:cNvCxnSpPr/>
          <p:nvPr/>
        </p:nvCxnSpPr>
        <p:spPr>
          <a:xfrm>
            <a:off x="9959715" y="945938"/>
            <a:ext cx="112323" cy="2038452"/>
          </a:xfrm>
          <a:prstGeom prst="straightConnector1">
            <a:avLst/>
          </a:prstGeom>
          <a:ln w="1270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ounded Rectangle 80"/>
          <p:cNvSpPr/>
          <p:nvPr/>
        </p:nvSpPr>
        <p:spPr>
          <a:xfrm>
            <a:off x="9814558" y="1732960"/>
            <a:ext cx="871545" cy="38148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RJ Talk</a:t>
            </a:r>
            <a:endParaRPr lang="en-AU" dirty="0"/>
          </a:p>
        </p:txBody>
      </p:sp>
      <p:sp>
        <p:nvSpPr>
          <p:cNvPr id="82" name="Rounded Rectangle 81"/>
          <p:cNvSpPr/>
          <p:nvPr/>
        </p:nvSpPr>
        <p:spPr>
          <a:xfrm>
            <a:off x="3878485" y="1616021"/>
            <a:ext cx="879593" cy="38148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RJ Talk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90644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ounded Rectangle 55"/>
          <p:cNvSpPr/>
          <p:nvPr/>
        </p:nvSpPr>
        <p:spPr>
          <a:xfrm>
            <a:off x="5901917" y="495300"/>
            <a:ext cx="3322320" cy="6225540"/>
          </a:xfrm>
          <a:prstGeom prst="roundRect">
            <a:avLst>
              <a:gd name="adj" fmla="val 11621"/>
            </a:avLst>
          </a:prstGeom>
          <a:solidFill>
            <a:schemeClr val="accent2">
              <a:lumMod val="20000"/>
              <a:lumOff val="80000"/>
            </a:schemeClr>
          </a:solidFill>
          <a:ln w="762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9" name="Oval 18"/>
          <p:cNvSpPr/>
          <p:nvPr/>
        </p:nvSpPr>
        <p:spPr>
          <a:xfrm>
            <a:off x="8298827" y="6047733"/>
            <a:ext cx="590093" cy="571652"/>
          </a:xfrm>
          <a:prstGeom prst="ellipse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Rounded Rectangle 1"/>
          <p:cNvSpPr/>
          <p:nvPr/>
        </p:nvSpPr>
        <p:spPr>
          <a:xfrm>
            <a:off x="1226820" y="441960"/>
            <a:ext cx="3322320" cy="6225540"/>
          </a:xfrm>
          <a:prstGeom prst="roundRect">
            <a:avLst>
              <a:gd name="adj" fmla="val 11621"/>
            </a:avLst>
          </a:prstGeom>
          <a:solidFill>
            <a:schemeClr val="accent2">
              <a:lumMod val="20000"/>
              <a:lumOff val="80000"/>
            </a:schemeClr>
          </a:solidFill>
          <a:ln w="762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TextBox 2"/>
          <p:cNvSpPr txBox="1"/>
          <p:nvPr/>
        </p:nvSpPr>
        <p:spPr>
          <a:xfrm>
            <a:off x="1682561" y="1531620"/>
            <a:ext cx="18774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 smtClean="0"/>
              <a:t>Login with Google</a:t>
            </a:r>
            <a:endParaRPr lang="en-AU" u="sng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8739" y="1511470"/>
            <a:ext cx="390580" cy="4096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302217" y="6347460"/>
            <a:ext cx="5909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Profile</a:t>
            </a:r>
            <a:endParaRPr lang="en-AU" sz="1200" dirty="0"/>
          </a:p>
        </p:txBody>
      </p:sp>
      <p:pic>
        <p:nvPicPr>
          <p:cNvPr id="1028" name="Picture 4" descr="User - Free social icon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0644" y="6093385"/>
            <a:ext cx="254075" cy="254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Music Symbol Icons - Free SVG &amp; PNG Music Symbol Images ...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2394" y="6093385"/>
            <a:ext cx="311483" cy="311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8" name="TextBox 67"/>
          <p:cNvSpPr txBox="1"/>
          <p:nvPr/>
        </p:nvSpPr>
        <p:spPr>
          <a:xfrm>
            <a:off x="6342669" y="6347460"/>
            <a:ext cx="5581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Music</a:t>
            </a:r>
            <a:endParaRPr lang="en-AU" sz="1200" dirty="0"/>
          </a:p>
        </p:txBody>
      </p:sp>
      <p:sp>
        <p:nvSpPr>
          <p:cNvPr id="24" name="Rounded Rectangle 23"/>
          <p:cNvSpPr/>
          <p:nvPr/>
        </p:nvSpPr>
        <p:spPr>
          <a:xfrm>
            <a:off x="6101423" y="1201658"/>
            <a:ext cx="2923309" cy="33119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Full Name</a:t>
            </a:r>
            <a:endParaRPr lang="en-AU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9" name="Rounded Rectangle 68"/>
          <p:cNvSpPr/>
          <p:nvPr/>
        </p:nvSpPr>
        <p:spPr>
          <a:xfrm>
            <a:off x="6101423" y="1621053"/>
            <a:ext cx="2923309" cy="33119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DoB</a:t>
            </a:r>
            <a:endParaRPr lang="en-AU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2" name="Rounded Rectangle 71"/>
          <p:cNvSpPr/>
          <p:nvPr/>
        </p:nvSpPr>
        <p:spPr>
          <a:xfrm>
            <a:off x="6101423" y="2048068"/>
            <a:ext cx="2923309" cy="53404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Preferred </a:t>
            </a:r>
            <a:r>
              <a:rPr 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Languages</a:t>
            </a:r>
          </a:p>
          <a:p>
            <a:r>
              <a:rPr lang="en-US" sz="1400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High Priority first. Type in others.</a:t>
            </a:r>
            <a:endParaRPr lang="en-AU" sz="14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0" name="Rounded Rectangle 79"/>
          <p:cNvSpPr/>
          <p:nvPr/>
        </p:nvSpPr>
        <p:spPr>
          <a:xfrm>
            <a:off x="6093803" y="3611767"/>
            <a:ext cx="2923309" cy="52823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Preferred Genres &amp; Decades</a:t>
            </a:r>
          </a:p>
          <a:p>
            <a:r>
              <a:rPr lang="en-US" sz="1400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High Priority first. Type in others.</a:t>
            </a:r>
            <a:endParaRPr lang="en-AU" sz="1400" dirty="0" smtClean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6" name="Rounded Rectangle 85"/>
          <p:cNvSpPr/>
          <p:nvPr/>
        </p:nvSpPr>
        <p:spPr>
          <a:xfrm>
            <a:off x="9144042" y="504365"/>
            <a:ext cx="1127062" cy="33119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Gender</a:t>
            </a:r>
            <a:endParaRPr lang="en-AU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7" name="Rounded Rectangle 86"/>
          <p:cNvSpPr/>
          <p:nvPr/>
        </p:nvSpPr>
        <p:spPr>
          <a:xfrm>
            <a:off x="9144042" y="879276"/>
            <a:ext cx="1127062" cy="33119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Locale</a:t>
            </a:r>
            <a:endParaRPr lang="en-AU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8" name="Rounded Rectangle 87"/>
          <p:cNvSpPr/>
          <p:nvPr/>
        </p:nvSpPr>
        <p:spPr>
          <a:xfrm>
            <a:off x="9136421" y="1251716"/>
            <a:ext cx="1295051" cy="36167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Local Time</a:t>
            </a:r>
            <a:endParaRPr lang="en-AU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9" name="Rounded Rectangle 88"/>
          <p:cNvSpPr/>
          <p:nvPr/>
        </p:nvSpPr>
        <p:spPr>
          <a:xfrm>
            <a:off x="6093803" y="2602120"/>
            <a:ext cx="2978034" cy="918292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7117815" y="2636993"/>
            <a:ext cx="1127760" cy="2545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Mandarin</a:t>
            </a:r>
            <a:endParaRPr lang="en-AU" dirty="0"/>
          </a:p>
        </p:txBody>
      </p:sp>
      <p:sp>
        <p:nvSpPr>
          <p:cNvPr id="90" name="Rounded Rectangle 89"/>
          <p:cNvSpPr/>
          <p:nvPr/>
        </p:nvSpPr>
        <p:spPr>
          <a:xfrm>
            <a:off x="6126707" y="2924427"/>
            <a:ext cx="932033" cy="2545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Spanish</a:t>
            </a:r>
            <a:endParaRPr lang="en-AU" dirty="0"/>
          </a:p>
        </p:txBody>
      </p:sp>
      <p:sp>
        <p:nvSpPr>
          <p:cNvPr id="91" name="Rounded Rectangle 90"/>
          <p:cNvSpPr/>
          <p:nvPr/>
        </p:nvSpPr>
        <p:spPr>
          <a:xfrm>
            <a:off x="8312391" y="2634655"/>
            <a:ext cx="700250" cy="2545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Hindi</a:t>
            </a:r>
            <a:endParaRPr lang="en-AU" dirty="0"/>
          </a:p>
        </p:txBody>
      </p:sp>
      <p:sp>
        <p:nvSpPr>
          <p:cNvPr id="92" name="Rounded Rectangle 91"/>
          <p:cNvSpPr/>
          <p:nvPr/>
        </p:nvSpPr>
        <p:spPr>
          <a:xfrm>
            <a:off x="6127363" y="2634655"/>
            <a:ext cx="932033" cy="2545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English</a:t>
            </a:r>
            <a:endParaRPr lang="en-AU" dirty="0"/>
          </a:p>
        </p:txBody>
      </p:sp>
      <p:sp>
        <p:nvSpPr>
          <p:cNvPr id="93" name="Rounded Rectangle 92"/>
          <p:cNvSpPr/>
          <p:nvPr/>
        </p:nvSpPr>
        <p:spPr>
          <a:xfrm>
            <a:off x="7124423" y="2916732"/>
            <a:ext cx="932033" cy="2545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Arabic</a:t>
            </a:r>
            <a:endParaRPr lang="en-AU" dirty="0"/>
          </a:p>
        </p:txBody>
      </p:sp>
      <p:sp>
        <p:nvSpPr>
          <p:cNvPr id="94" name="Rounded Rectangle 93"/>
          <p:cNvSpPr/>
          <p:nvPr/>
        </p:nvSpPr>
        <p:spPr>
          <a:xfrm>
            <a:off x="8092699" y="2918900"/>
            <a:ext cx="932033" cy="2545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French</a:t>
            </a:r>
            <a:endParaRPr lang="en-AU" dirty="0"/>
          </a:p>
        </p:txBody>
      </p:sp>
      <p:sp>
        <p:nvSpPr>
          <p:cNvPr id="95" name="Rounded Rectangle 94"/>
          <p:cNvSpPr/>
          <p:nvPr/>
        </p:nvSpPr>
        <p:spPr>
          <a:xfrm>
            <a:off x="6143784" y="3221710"/>
            <a:ext cx="932033" cy="2545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Bengali</a:t>
            </a:r>
            <a:endParaRPr lang="en-AU" dirty="0"/>
          </a:p>
        </p:txBody>
      </p:sp>
      <p:sp>
        <p:nvSpPr>
          <p:cNvPr id="96" name="Rounded Rectangle 95"/>
          <p:cNvSpPr/>
          <p:nvPr/>
        </p:nvSpPr>
        <p:spPr>
          <a:xfrm>
            <a:off x="7130136" y="3221710"/>
            <a:ext cx="1364590" cy="2545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Portuguese</a:t>
            </a:r>
            <a:endParaRPr lang="en-AU" dirty="0"/>
          </a:p>
        </p:txBody>
      </p:sp>
      <p:sp>
        <p:nvSpPr>
          <p:cNvPr id="97" name="Rounded Rectangle 96"/>
          <p:cNvSpPr/>
          <p:nvPr/>
        </p:nvSpPr>
        <p:spPr>
          <a:xfrm>
            <a:off x="6101423" y="4156186"/>
            <a:ext cx="2978034" cy="61574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98" name="Rounded Rectangle 97"/>
          <p:cNvSpPr/>
          <p:nvPr/>
        </p:nvSpPr>
        <p:spPr>
          <a:xfrm>
            <a:off x="6767690" y="4191059"/>
            <a:ext cx="700250" cy="2545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Rock</a:t>
            </a:r>
            <a:endParaRPr lang="en-AU" dirty="0"/>
          </a:p>
        </p:txBody>
      </p:sp>
      <p:sp>
        <p:nvSpPr>
          <p:cNvPr id="99" name="Rounded Rectangle 98"/>
          <p:cNvSpPr/>
          <p:nvPr/>
        </p:nvSpPr>
        <p:spPr>
          <a:xfrm>
            <a:off x="6134327" y="4478493"/>
            <a:ext cx="932033" cy="2545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Electro</a:t>
            </a:r>
            <a:endParaRPr lang="en-AU" dirty="0"/>
          </a:p>
        </p:txBody>
      </p:sp>
      <p:sp>
        <p:nvSpPr>
          <p:cNvPr id="100" name="Rounded Rectangle 99"/>
          <p:cNvSpPr/>
          <p:nvPr/>
        </p:nvSpPr>
        <p:spPr>
          <a:xfrm>
            <a:off x="7515752" y="4188721"/>
            <a:ext cx="1501049" cy="2545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Rap/ Hip Hop</a:t>
            </a:r>
            <a:endParaRPr lang="en-AU" dirty="0"/>
          </a:p>
        </p:txBody>
      </p:sp>
      <p:sp>
        <p:nvSpPr>
          <p:cNvPr id="101" name="Rounded Rectangle 100"/>
          <p:cNvSpPr/>
          <p:nvPr/>
        </p:nvSpPr>
        <p:spPr>
          <a:xfrm>
            <a:off x="6144000" y="4188721"/>
            <a:ext cx="578719" cy="2545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Pop</a:t>
            </a:r>
            <a:endParaRPr lang="en-AU" dirty="0"/>
          </a:p>
        </p:txBody>
      </p:sp>
      <p:sp>
        <p:nvSpPr>
          <p:cNvPr id="102" name="Rounded Rectangle 101"/>
          <p:cNvSpPr/>
          <p:nvPr/>
        </p:nvSpPr>
        <p:spPr>
          <a:xfrm>
            <a:off x="7103154" y="4470798"/>
            <a:ext cx="700250" cy="2545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Latin</a:t>
            </a:r>
            <a:endParaRPr lang="en-AU" dirty="0"/>
          </a:p>
        </p:txBody>
      </p:sp>
      <p:sp>
        <p:nvSpPr>
          <p:cNvPr id="103" name="Rounded Rectangle 102"/>
          <p:cNvSpPr/>
          <p:nvPr/>
        </p:nvSpPr>
        <p:spPr>
          <a:xfrm>
            <a:off x="7835016" y="4472966"/>
            <a:ext cx="578719" cy="2545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80s</a:t>
            </a:r>
            <a:endParaRPr lang="en-AU" dirty="0"/>
          </a:p>
        </p:txBody>
      </p:sp>
      <p:sp>
        <p:nvSpPr>
          <p:cNvPr id="107" name="Oval 106"/>
          <p:cNvSpPr/>
          <p:nvPr/>
        </p:nvSpPr>
        <p:spPr>
          <a:xfrm>
            <a:off x="13810625" y="12333379"/>
            <a:ext cx="590093" cy="84971"/>
          </a:xfrm>
          <a:prstGeom prst="ellipse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036" name="Picture 12" descr="Wellbeing Icons - Free SVG &amp; PNG Wellbeing Images - Noun Project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940" y="6121702"/>
            <a:ext cx="283166" cy="283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2" name="TextBox 111"/>
          <p:cNvSpPr txBox="1"/>
          <p:nvPr/>
        </p:nvSpPr>
        <p:spPr>
          <a:xfrm>
            <a:off x="7224130" y="6384422"/>
            <a:ext cx="8074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Wellbeing</a:t>
            </a:r>
            <a:endParaRPr lang="en-AU" sz="1200" dirty="0"/>
          </a:p>
        </p:txBody>
      </p:sp>
      <p:sp>
        <p:nvSpPr>
          <p:cNvPr id="121" name="Rounded Rectangle 120"/>
          <p:cNvSpPr/>
          <p:nvPr/>
        </p:nvSpPr>
        <p:spPr>
          <a:xfrm>
            <a:off x="6093803" y="4840064"/>
            <a:ext cx="2923309" cy="52823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Favorite Artists/ Bands</a:t>
            </a:r>
          </a:p>
          <a:p>
            <a:r>
              <a:rPr lang="en-US" sz="1400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Most favorites first. Type in others.</a:t>
            </a:r>
            <a:endParaRPr lang="en-AU" sz="20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2" name="Rounded Rectangle 121"/>
          <p:cNvSpPr/>
          <p:nvPr/>
        </p:nvSpPr>
        <p:spPr>
          <a:xfrm>
            <a:off x="6101423" y="5384483"/>
            <a:ext cx="2978034" cy="61574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123" name="Rounded Rectangle 122"/>
          <p:cNvSpPr/>
          <p:nvPr/>
        </p:nvSpPr>
        <p:spPr>
          <a:xfrm>
            <a:off x="8028136" y="5415590"/>
            <a:ext cx="1025236" cy="2545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Kenny G</a:t>
            </a:r>
            <a:endParaRPr lang="en-AU" dirty="0"/>
          </a:p>
        </p:txBody>
      </p:sp>
      <p:sp>
        <p:nvSpPr>
          <p:cNvPr id="125" name="Rounded Rectangle 124"/>
          <p:cNvSpPr/>
          <p:nvPr/>
        </p:nvSpPr>
        <p:spPr>
          <a:xfrm>
            <a:off x="7520829" y="5417018"/>
            <a:ext cx="478280" cy="2545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MJ</a:t>
            </a:r>
            <a:endParaRPr lang="en-AU" dirty="0"/>
          </a:p>
        </p:txBody>
      </p:sp>
      <p:sp>
        <p:nvSpPr>
          <p:cNvPr id="126" name="Rounded Rectangle 125"/>
          <p:cNvSpPr/>
          <p:nvPr/>
        </p:nvSpPr>
        <p:spPr>
          <a:xfrm>
            <a:off x="6132360" y="5407310"/>
            <a:ext cx="1364590" cy="2545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Bob Marley</a:t>
            </a:r>
            <a:endParaRPr lang="en-AU" dirty="0"/>
          </a:p>
        </p:txBody>
      </p:sp>
      <p:sp>
        <p:nvSpPr>
          <p:cNvPr id="127" name="Rounded Rectangle 126"/>
          <p:cNvSpPr/>
          <p:nvPr/>
        </p:nvSpPr>
        <p:spPr>
          <a:xfrm>
            <a:off x="6131971" y="5699095"/>
            <a:ext cx="1240536" cy="2545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Black Pink</a:t>
            </a:r>
            <a:endParaRPr lang="en-AU" dirty="0"/>
          </a:p>
        </p:txBody>
      </p:sp>
      <p:sp>
        <p:nvSpPr>
          <p:cNvPr id="128" name="Rounded Rectangle 127"/>
          <p:cNvSpPr/>
          <p:nvPr/>
        </p:nvSpPr>
        <p:spPr>
          <a:xfrm>
            <a:off x="7397858" y="5701263"/>
            <a:ext cx="1651154" cy="2545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Kishore Kumar</a:t>
            </a:r>
            <a:endParaRPr lang="en-AU" dirty="0"/>
          </a:p>
        </p:txBody>
      </p:sp>
      <p:sp>
        <p:nvSpPr>
          <p:cNvPr id="129" name="Rounded Rectangle 128"/>
          <p:cNvSpPr/>
          <p:nvPr/>
        </p:nvSpPr>
        <p:spPr>
          <a:xfrm>
            <a:off x="8448942" y="4472966"/>
            <a:ext cx="578719" cy="2545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90s</a:t>
            </a:r>
            <a:endParaRPr lang="en-AU" dirty="0"/>
          </a:p>
        </p:txBody>
      </p:sp>
      <p:grpSp>
        <p:nvGrpSpPr>
          <p:cNvPr id="36" name="Group 35"/>
          <p:cNvGrpSpPr/>
          <p:nvPr/>
        </p:nvGrpSpPr>
        <p:grpSpPr>
          <a:xfrm>
            <a:off x="7263992" y="538463"/>
            <a:ext cx="575423" cy="575423"/>
            <a:chOff x="7263992" y="538463"/>
            <a:chExt cx="575423" cy="575423"/>
          </a:xfrm>
        </p:grpSpPr>
        <p:sp>
          <p:nvSpPr>
            <p:cNvPr id="73" name="Oval 72"/>
            <p:cNvSpPr/>
            <p:nvPr/>
          </p:nvSpPr>
          <p:spPr>
            <a:xfrm>
              <a:off x="7270557" y="579082"/>
              <a:ext cx="536448" cy="519684"/>
            </a:xfrm>
            <a:prstGeom prst="ellipse">
              <a:avLst/>
            </a:prstGeom>
            <a:solidFill>
              <a:srgbClr val="FF99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pic>
          <p:nvPicPr>
            <p:cNvPr id="35" name="Picture 34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63992" y="538463"/>
              <a:ext cx="575423" cy="575423"/>
            </a:xfrm>
            <a:prstGeom prst="rect">
              <a:avLst/>
            </a:prstGeom>
          </p:spPr>
        </p:pic>
      </p:grpSp>
      <p:sp>
        <p:nvSpPr>
          <p:cNvPr id="130" name="Rounded Rectangle 129"/>
          <p:cNvSpPr/>
          <p:nvPr/>
        </p:nvSpPr>
        <p:spPr>
          <a:xfrm>
            <a:off x="9136420" y="1654636"/>
            <a:ext cx="1440594" cy="37491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Current Date</a:t>
            </a:r>
            <a:endParaRPr lang="en-AU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2561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ounded Rectangle 105"/>
          <p:cNvSpPr/>
          <p:nvPr/>
        </p:nvSpPr>
        <p:spPr>
          <a:xfrm>
            <a:off x="7034664" y="396240"/>
            <a:ext cx="3322320" cy="6225540"/>
          </a:xfrm>
          <a:prstGeom prst="roundRect">
            <a:avLst>
              <a:gd name="adj" fmla="val 11621"/>
            </a:avLst>
          </a:prstGeom>
          <a:solidFill>
            <a:schemeClr val="accent2">
              <a:lumMod val="20000"/>
              <a:lumOff val="80000"/>
            </a:schemeClr>
          </a:solidFill>
          <a:ln w="762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07" name="Oval 106"/>
          <p:cNvSpPr/>
          <p:nvPr/>
        </p:nvSpPr>
        <p:spPr>
          <a:xfrm>
            <a:off x="13810625" y="12333379"/>
            <a:ext cx="590093" cy="84971"/>
          </a:xfrm>
          <a:prstGeom prst="ellipse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3" name="Oval 112"/>
          <p:cNvSpPr/>
          <p:nvPr/>
        </p:nvSpPr>
        <p:spPr>
          <a:xfrm>
            <a:off x="7494690" y="5911711"/>
            <a:ext cx="590093" cy="571652"/>
          </a:xfrm>
          <a:prstGeom prst="ellipse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4" name="TextBox 113"/>
          <p:cNvSpPr txBox="1"/>
          <p:nvPr/>
        </p:nvSpPr>
        <p:spPr>
          <a:xfrm>
            <a:off x="9471660" y="6211438"/>
            <a:ext cx="5909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Profile</a:t>
            </a:r>
            <a:endParaRPr lang="en-AU" sz="1200" dirty="0"/>
          </a:p>
        </p:txBody>
      </p:sp>
      <p:pic>
        <p:nvPicPr>
          <p:cNvPr id="115" name="Picture 4" descr="User - Free social icon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0087" y="5957363"/>
            <a:ext cx="254075" cy="254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6" name="Picture 10" descr="Music Symbol Icons - Free SVG &amp; PNG Music Symbol Images ...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1837" y="5957363"/>
            <a:ext cx="311483" cy="311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7" name="TextBox 116"/>
          <p:cNvSpPr txBox="1"/>
          <p:nvPr/>
        </p:nvSpPr>
        <p:spPr>
          <a:xfrm>
            <a:off x="7512112" y="6211438"/>
            <a:ext cx="5581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Music</a:t>
            </a:r>
            <a:endParaRPr lang="en-AU" sz="1200" dirty="0"/>
          </a:p>
        </p:txBody>
      </p:sp>
      <p:pic>
        <p:nvPicPr>
          <p:cNvPr id="118" name="Picture 12" descr="Wellbeing Icons - Free SVG &amp; PNG Wellbeing Images - Noun Project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7383" y="5985680"/>
            <a:ext cx="283166" cy="283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9" name="TextBox 118"/>
          <p:cNvSpPr txBox="1"/>
          <p:nvPr/>
        </p:nvSpPr>
        <p:spPr>
          <a:xfrm>
            <a:off x="8393573" y="6248400"/>
            <a:ext cx="8074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Wellbeing</a:t>
            </a:r>
            <a:endParaRPr lang="en-AU" sz="1200" dirty="0"/>
          </a:p>
        </p:txBody>
      </p:sp>
      <p:sp>
        <p:nvSpPr>
          <p:cNvPr id="120" name="Rounded Rectangle 119"/>
          <p:cNvSpPr/>
          <p:nvPr/>
        </p:nvSpPr>
        <p:spPr>
          <a:xfrm>
            <a:off x="7234169" y="800099"/>
            <a:ext cx="2923309" cy="4542485"/>
          </a:xfrm>
          <a:prstGeom prst="roundRect">
            <a:avLst>
              <a:gd name="adj" fmla="val 4155"/>
            </a:avLst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AU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34" t="12434" r="12434" b="12434"/>
          <a:stretch>
            <a:fillRect/>
          </a:stretch>
        </p:blipFill>
        <p:spPr>
          <a:xfrm>
            <a:off x="9813376" y="880333"/>
            <a:ext cx="295284" cy="295284"/>
          </a:xfrm>
          <a:custGeom>
            <a:avLst/>
            <a:gdLst>
              <a:gd name="connsiteX0" fmla="*/ 1166117 w 5152516"/>
              <a:gd name="connsiteY0" fmla="*/ 0 h 5152516"/>
              <a:gd name="connsiteX1" fmla="*/ 3986399 w 5152516"/>
              <a:gd name="connsiteY1" fmla="*/ 0 h 5152516"/>
              <a:gd name="connsiteX2" fmla="*/ 5152516 w 5152516"/>
              <a:gd name="connsiteY2" fmla="*/ 1166117 h 5152516"/>
              <a:gd name="connsiteX3" fmla="*/ 5152516 w 5152516"/>
              <a:gd name="connsiteY3" fmla="*/ 3986399 h 5152516"/>
              <a:gd name="connsiteX4" fmla="*/ 3986399 w 5152516"/>
              <a:gd name="connsiteY4" fmla="*/ 5152516 h 5152516"/>
              <a:gd name="connsiteX5" fmla="*/ 1166117 w 5152516"/>
              <a:gd name="connsiteY5" fmla="*/ 5152516 h 5152516"/>
              <a:gd name="connsiteX6" fmla="*/ 0 w 5152516"/>
              <a:gd name="connsiteY6" fmla="*/ 3986399 h 5152516"/>
              <a:gd name="connsiteX7" fmla="*/ 0 w 5152516"/>
              <a:gd name="connsiteY7" fmla="*/ 1166117 h 5152516"/>
              <a:gd name="connsiteX8" fmla="*/ 1166117 w 5152516"/>
              <a:gd name="connsiteY8" fmla="*/ 0 h 5152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152516" h="5152516">
                <a:moveTo>
                  <a:pt x="1166117" y="0"/>
                </a:moveTo>
                <a:lnTo>
                  <a:pt x="3986399" y="0"/>
                </a:lnTo>
                <a:cubicBezTo>
                  <a:pt x="4630428" y="0"/>
                  <a:pt x="5152516" y="522088"/>
                  <a:pt x="5152516" y="1166117"/>
                </a:cubicBezTo>
                <a:lnTo>
                  <a:pt x="5152516" y="3986399"/>
                </a:lnTo>
                <a:cubicBezTo>
                  <a:pt x="5152516" y="4630428"/>
                  <a:pt x="4630428" y="5152516"/>
                  <a:pt x="3986399" y="5152516"/>
                </a:cubicBezTo>
                <a:lnTo>
                  <a:pt x="1166117" y="5152516"/>
                </a:lnTo>
                <a:cubicBezTo>
                  <a:pt x="522088" y="5152516"/>
                  <a:pt x="0" y="4630428"/>
                  <a:pt x="0" y="3986399"/>
                </a:cubicBezTo>
                <a:lnTo>
                  <a:pt x="0" y="1166117"/>
                </a:lnTo>
                <a:cubicBezTo>
                  <a:pt x="0" y="522088"/>
                  <a:pt x="522088" y="0"/>
                  <a:pt x="1166117" y="0"/>
                </a:cubicBezTo>
                <a:close/>
              </a:path>
            </a:pathLst>
          </a:custGeom>
        </p:spPr>
      </p:pic>
      <p:grpSp>
        <p:nvGrpSpPr>
          <p:cNvPr id="33" name="Group 32"/>
          <p:cNvGrpSpPr/>
          <p:nvPr/>
        </p:nvGrpSpPr>
        <p:grpSpPr>
          <a:xfrm>
            <a:off x="7295950" y="1265332"/>
            <a:ext cx="432324" cy="432324"/>
            <a:chOff x="7263992" y="538463"/>
            <a:chExt cx="575423" cy="575423"/>
          </a:xfrm>
        </p:grpSpPr>
        <p:sp>
          <p:nvSpPr>
            <p:cNvPr id="34" name="Oval 33"/>
            <p:cNvSpPr/>
            <p:nvPr/>
          </p:nvSpPr>
          <p:spPr>
            <a:xfrm>
              <a:off x="7270557" y="579082"/>
              <a:ext cx="536448" cy="519684"/>
            </a:xfrm>
            <a:prstGeom prst="ellipse">
              <a:avLst/>
            </a:prstGeom>
            <a:solidFill>
              <a:srgbClr val="FF99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pic>
          <p:nvPicPr>
            <p:cNvPr id="35" name="Picture 34"/>
            <p:cNvPicPr>
              <a:picLocks noChangeAspect="1"/>
            </p:cNvPicPr>
            <p:nvPr/>
          </p:nvPicPr>
          <p:blipFill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63992" y="538463"/>
              <a:ext cx="575423" cy="575423"/>
            </a:xfrm>
            <a:prstGeom prst="rect">
              <a:avLst/>
            </a:prstGeom>
          </p:spPr>
        </p:pic>
      </p:grpSp>
      <p:sp>
        <p:nvSpPr>
          <p:cNvPr id="36" name="Rounded Rectangle 35"/>
          <p:cNvSpPr/>
          <p:nvPr/>
        </p:nvSpPr>
        <p:spPr>
          <a:xfrm>
            <a:off x="7249409" y="5438965"/>
            <a:ext cx="2923309" cy="352834"/>
          </a:xfrm>
          <a:prstGeom prst="roundRect">
            <a:avLst>
              <a:gd name="adj" fmla="val 32230"/>
            </a:avLst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AU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9813376" y="5459290"/>
            <a:ext cx="366618" cy="332509"/>
          </a:xfrm>
          <a:prstGeom prst="roundRect">
            <a:avLst>
              <a:gd name="adj" fmla="val 36250"/>
            </a:avLst>
          </a:prstGeom>
          <a:solidFill>
            <a:schemeClr val="accent2">
              <a:lumMod val="75000"/>
            </a:schemeClr>
          </a:solidFill>
          <a:ln>
            <a:solidFill>
              <a:srgbClr val="ED7D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pic>
        <p:nvPicPr>
          <p:cNvPr id="39" name="Picture 2" descr="Send Icon in SVG, PNG formats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5787" y="5520554"/>
            <a:ext cx="209979" cy="209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3664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ounded Rectangle 55"/>
          <p:cNvSpPr/>
          <p:nvPr/>
        </p:nvSpPr>
        <p:spPr>
          <a:xfrm>
            <a:off x="1386840" y="396240"/>
            <a:ext cx="3322320" cy="6225540"/>
          </a:xfrm>
          <a:prstGeom prst="roundRect">
            <a:avLst>
              <a:gd name="adj" fmla="val 11621"/>
            </a:avLst>
          </a:prstGeom>
          <a:solidFill>
            <a:schemeClr val="accent2">
              <a:lumMod val="20000"/>
              <a:lumOff val="80000"/>
            </a:schemeClr>
          </a:solidFill>
          <a:ln w="762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9" name="Oval 18"/>
          <p:cNvSpPr/>
          <p:nvPr/>
        </p:nvSpPr>
        <p:spPr>
          <a:xfrm>
            <a:off x="2799557" y="5940117"/>
            <a:ext cx="590093" cy="571652"/>
          </a:xfrm>
          <a:prstGeom prst="ellipse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TextBox 9"/>
          <p:cNvSpPr txBox="1"/>
          <p:nvPr/>
        </p:nvSpPr>
        <p:spPr>
          <a:xfrm>
            <a:off x="3787140" y="6248400"/>
            <a:ext cx="5909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Profile</a:t>
            </a:r>
            <a:endParaRPr lang="en-AU" sz="1200" dirty="0"/>
          </a:p>
        </p:txBody>
      </p:sp>
      <p:pic>
        <p:nvPicPr>
          <p:cNvPr id="1028" name="Picture 4" descr="User - Free social icon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567" y="5994325"/>
            <a:ext cx="254075" cy="254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Music Symbol Icons - Free SVG &amp; PNG Music Symbol Images ...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7317" y="5994325"/>
            <a:ext cx="311483" cy="311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8" name="TextBox 67"/>
          <p:cNvSpPr txBox="1"/>
          <p:nvPr/>
        </p:nvSpPr>
        <p:spPr>
          <a:xfrm>
            <a:off x="1827592" y="6248400"/>
            <a:ext cx="5581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Music</a:t>
            </a:r>
            <a:endParaRPr lang="en-AU" sz="1200" dirty="0"/>
          </a:p>
        </p:txBody>
      </p:sp>
      <p:sp>
        <p:nvSpPr>
          <p:cNvPr id="107" name="Oval 106"/>
          <p:cNvSpPr/>
          <p:nvPr/>
        </p:nvSpPr>
        <p:spPr>
          <a:xfrm>
            <a:off x="13810625" y="12333379"/>
            <a:ext cx="590093" cy="84971"/>
          </a:xfrm>
          <a:prstGeom prst="ellipse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036" name="Picture 12" descr="Wellbeing Icons - Free SVG &amp; PNG Wellbeing Images - Noun Project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2863" y="6022642"/>
            <a:ext cx="283166" cy="283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2" name="TextBox 111"/>
          <p:cNvSpPr txBox="1"/>
          <p:nvPr/>
        </p:nvSpPr>
        <p:spPr>
          <a:xfrm>
            <a:off x="2709053" y="6285362"/>
            <a:ext cx="8074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Wellbeing</a:t>
            </a:r>
            <a:endParaRPr lang="en-AU" sz="1200" dirty="0"/>
          </a:p>
        </p:txBody>
      </p:sp>
      <p:sp>
        <p:nvSpPr>
          <p:cNvPr id="113" name="Oval 112"/>
          <p:cNvSpPr/>
          <p:nvPr/>
        </p:nvSpPr>
        <p:spPr>
          <a:xfrm>
            <a:off x="7494690" y="5911711"/>
            <a:ext cx="590093" cy="571652"/>
          </a:xfrm>
          <a:prstGeom prst="ellipse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16" name="Picture 10" descr="Music Symbol Icons - Free SVG &amp; PNG Music Symbol Images ...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1837" y="5957363"/>
            <a:ext cx="311483" cy="311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7" name="TextBox 116"/>
          <p:cNvSpPr txBox="1"/>
          <p:nvPr/>
        </p:nvSpPr>
        <p:spPr>
          <a:xfrm>
            <a:off x="7512112" y="6211438"/>
            <a:ext cx="5581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Music</a:t>
            </a:r>
            <a:endParaRPr lang="en-AU" sz="1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5811" y="770845"/>
            <a:ext cx="2984378" cy="462411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555811" y="5440375"/>
            <a:ext cx="2984378" cy="44257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ED7D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View Your Wellbeing Trend</a:t>
            </a:r>
            <a:endParaRPr lang="en-AU" dirty="0"/>
          </a:p>
        </p:txBody>
      </p:sp>
      <p:sp>
        <p:nvSpPr>
          <p:cNvPr id="58" name="Rounded Rectangle 57"/>
          <p:cNvSpPr/>
          <p:nvPr/>
        </p:nvSpPr>
        <p:spPr>
          <a:xfrm>
            <a:off x="5401235" y="396240"/>
            <a:ext cx="3322320" cy="6225540"/>
          </a:xfrm>
          <a:prstGeom prst="roundRect">
            <a:avLst>
              <a:gd name="adj" fmla="val 11621"/>
            </a:avLst>
          </a:prstGeom>
          <a:solidFill>
            <a:schemeClr val="accent2">
              <a:lumMod val="20000"/>
              <a:lumOff val="80000"/>
            </a:schemeClr>
          </a:solidFill>
          <a:ln w="762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59" name="Oval 58"/>
          <p:cNvSpPr/>
          <p:nvPr/>
        </p:nvSpPr>
        <p:spPr>
          <a:xfrm>
            <a:off x="6813952" y="5940117"/>
            <a:ext cx="590093" cy="571652"/>
          </a:xfrm>
          <a:prstGeom prst="ellipse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0" name="TextBox 59"/>
          <p:cNvSpPr txBox="1"/>
          <p:nvPr/>
        </p:nvSpPr>
        <p:spPr>
          <a:xfrm>
            <a:off x="7801535" y="6248400"/>
            <a:ext cx="5909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Profile</a:t>
            </a:r>
            <a:endParaRPr lang="en-AU" sz="1200" dirty="0"/>
          </a:p>
        </p:txBody>
      </p:sp>
      <p:pic>
        <p:nvPicPr>
          <p:cNvPr id="61" name="Picture 4" descr="User - Free social icon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9962" y="5994325"/>
            <a:ext cx="254075" cy="254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" name="Picture 10" descr="Music Symbol Icons - Free SVG &amp; PNG Music Symbol Images ...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1712" y="5994325"/>
            <a:ext cx="311483" cy="311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TextBox 62"/>
          <p:cNvSpPr txBox="1"/>
          <p:nvPr/>
        </p:nvSpPr>
        <p:spPr>
          <a:xfrm>
            <a:off x="5841987" y="6248400"/>
            <a:ext cx="5581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Music</a:t>
            </a:r>
            <a:endParaRPr lang="en-AU" sz="1200" dirty="0"/>
          </a:p>
        </p:txBody>
      </p:sp>
      <p:pic>
        <p:nvPicPr>
          <p:cNvPr id="64" name="Picture 12" descr="Wellbeing Icons - Free SVG &amp; PNG Wellbeing Images - Noun Project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7258" y="6022642"/>
            <a:ext cx="283166" cy="283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5" name="TextBox 64"/>
          <p:cNvSpPr txBox="1"/>
          <p:nvPr/>
        </p:nvSpPr>
        <p:spPr>
          <a:xfrm>
            <a:off x="6723448" y="6285362"/>
            <a:ext cx="8074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Wellbeing</a:t>
            </a:r>
            <a:endParaRPr lang="en-AU" sz="1200" dirty="0"/>
          </a:p>
        </p:txBody>
      </p:sp>
      <p:cxnSp>
        <p:nvCxnSpPr>
          <p:cNvPr id="7" name="Straight Arrow Connector 6"/>
          <p:cNvCxnSpPr/>
          <p:nvPr/>
        </p:nvCxnSpPr>
        <p:spPr>
          <a:xfrm flipH="1">
            <a:off x="5567139" y="609600"/>
            <a:ext cx="257635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13800" y="782390"/>
            <a:ext cx="3104420" cy="515251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50292" y="782497"/>
            <a:ext cx="1062855" cy="291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0628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2017</TotalTime>
  <Words>182</Words>
  <Application>Microsoft Office PowerPoint</Application>
  <PresentationFormat>Widescreen</PresentationFormat>
  <Paragraphs>92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26</cp:revision>
  <dcterms:created xsi:type="dcterms:W3CDTF">2026-06-09T04:46:32Z</dcterms:created>
  <dcterms:modified xsi:type="dcterms:W3CDTF">2026-06-11T03:05:43Z</dcterms:modified>
</cp:coreProperties>
</file>
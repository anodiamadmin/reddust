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69" r:id="rId7"/>
    <p:sldId id="270" r:id="rId8"/>
    <p:sldId id="271" r:id="rId9"/>
    <p:sldId id="274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0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75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69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023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1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27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95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84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12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6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16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520DA-D6CB-4886-BF15-E8B36DC6974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9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75074"/>
            <a:ext cx="12191999" cy="1884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 Based RJ and Wellbeing Companion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Helping people improve wellbeing, focus, resilience and motivation through personalized music and interaction</a:t>
            </a:r>
            <a:endParaRPr lang="en-A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946395" y="3306329"/>
            <a:ext cx="294729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UNSW Founders’ Members: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Anirban Chakrabarty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Tanvi Multani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65255" y="3322744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Anodiam Members: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Sayan Basak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Soubhanik Patra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Nathan Young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Mannat Gupta</a:t>
            </a:r>
          </a:p>
        </p:txBody>
      </p:sp>
    </p:spTree>
    <p:extLst>
      <p:ext uri="{BB962C8B-B14F-4D97-AF65-F5344CB8AC3E}">
        <p14:creationId xmlns:p14="http://schemas.microsoft.com/office/powerpoint/2010/main" val="15587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55308" y="2112546"/>
            <a:ext cx="52324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People increasingly struggle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with: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Stress and anxiety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Loneliness and social isolation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Lack of motivation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Poor focus and productivity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Digital overload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" y="1371959"/>
            <a:ext cx="12192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Problem – Modern Life is Breaking Human Wellbeing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3601" y="3654472"/>
            <a:ext cx="4461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Existing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solutions are fragmented: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Music apps play songs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Wellness apps track wellbeing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AI assistants answer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questions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623184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None combine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 driven,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personalized wellbeing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with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music-based intervention.</a:t>
            </a:r>
            <a:endParaRPr lang="en-AU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99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29477" y="2295464"/>
            <a:ext cx="4008349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It combines: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Conversational 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Behavioral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music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Mood and wellbeing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tracking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1350187"/>
            <a:ext cx="12192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AU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Solution – </a:t>
            </a: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RedDust: </a:t>
            </a:r>
            <a:r>
              <a:rPr lang="en-US" sz="2400" dirty="0">
                <a:solidFill>
                  <a:srgbClr val="FFFFEB"/>
                </a:solidFill>
                <a:latin typeface="Candara" panose="020E0502030303020204" pitchFamily="34" charset="0"/>
              </a:rPr>
              <a:t>AI Radio Jockey </a:t>
            </a: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and Wellbeing Companion</a:t>
            </a:r>
            <a:endParaRPr lang="en-US" sz="2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72855" y="2287961"/>
            <a:ext cx="323548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understands: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Your mood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Current situation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Goals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Listening history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122446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And creates personalized experiences that guide you through your day.</a:t>
            </a:r>
          </a:p>
        </p:txBody>
      </p:sp>
    </p:spTree>
    <p:extLst>
      <p:ext uri="{BB962C8B-B14F-4D97-AF65-F5344CB8AC3E}">
        <p14:creationId xmlns:p14="http://schemas.microsoft.com/office/powerpoint/2010/main" val="339271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022670"/>
            <a:ext cx="12191999" cy="86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Product Experience – A Day with RedDust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4389" y="2234033"/>
            <a:ext cx="30866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Morning:</a:t>
            </a:r>
          </a:p>
          <a:p>
            <a:pPr lvl="1">
              <a:lnSpc>
                <a:spcPct val="150000"/>
              </a:lnSpc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“Help me focus for work."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Creates: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Focus playlist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Productivity guidance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Motivational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check-in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347414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Outcome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: Improved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mood, resilience and wellbeing throughout the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2743" y="2301241"/>
            <a:ext cx="372835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Afternoon: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“I am feeling stressed."</a:t>
            </a:r>
            <a:endParaRPr lang="en-US" sz="16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Creates: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Stress recovery music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Guided reflection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Emotional support conversation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21099" y="2363321"/>
            <a:ext cx="34096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Evening: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“I want to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relax."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Creates: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Relaxation journey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Personal radio experience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Sleep preparation playlist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4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5329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7987" y="1700377"/>
            <a:ext cx="7717176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Unlike music streaming platforms, RedDust is not just recommending songs.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delivers: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AI-generated radio experiences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Mood-aware playlists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 wellbeing guidance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Family-friendly and child-safe modes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Mental health trend monitoring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Voice-based interaction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 becomes a wellbeing intervention, not merely entertainment.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392781"/>
            <a:ext cx="121919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8" y="5216753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Combined TAM exceeds tens of billions of dollars globally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01810" y="2131166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Global Trends: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Digital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wellbeing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AI companions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Mental health technology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content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3353" y="2131166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Initial Markets: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Students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Working professionals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Parents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Retirees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67581" y="2096084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Expansion Markets: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Universities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Corporate wellbeing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Healthcare and aged care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92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53294"/>
            <a:ext cx="121919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Core Technology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5927" y="3415676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Wellbeing 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Wellbeing scoring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Behavioral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Progress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interventions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83294" y="1608194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Large Language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Personalization Engine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Mood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Recommendation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581" y="2458937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Music 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Streaming integrations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Playlist generation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Smart ranking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Child-safe filtering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72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400038"/>
            <a:ext cx="121919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Business Model</a:t>
            </a:r>
          </a:p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Freemium Consumer Model</a:t>
            </a:r>
            <a:endParaRPr lang="en-US" sz="2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05869" y="2675446"/>
            <a:ext cx="330310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Future Revenue: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Corporate wellbeing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Healthcare partnerships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Premium content partnerships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2097" y="2653675"/>
            <a:ext cx="294729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Free: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Basic playlists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Limited AI interactions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95127" y="2640364"/>
            <a:ext cx="39127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Subscription + Trial Version:</a:t>
            </a:r>
            <a:endParaRPr lang="en-US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Unlimited AI companion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Advanced wellbeing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 radio shows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Family accounts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Child-safe experiences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38782"/>
            <a:ext cx="121919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Go-To-Market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5869" y="1753791"/>
            <a:ext cx="330310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Phase 3: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Universities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Corporate wellness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programs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2097" y="1761048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Phase 1: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Beta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Families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Students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Early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adopters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95871" y="1762251"/>
            <a:ext cx="3230529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Phase 2: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Social media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Influencer partnerships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Community-driven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5871" y="3816023"/>
            <a:ext cx="3230529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Growth Channels: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LinkedIn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YouTube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FFFEB"/>
                </a:solidFill>
                <a:latin typeface="Candara" panose="020E0502030303020204" pitchFamily="34" charset="0"/>
              </a:rPr>
              <a:t>TikTok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Parent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communities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0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8685" y="1952889"/>
            <a:ext cx="7271657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Our Vision:</a:t>
            </a:r>
            <a:endParaRPr lang="en-US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To become the world's most trusted AI wellbeing companion, helping millions of people improve happiness, resilience, productivity and quality of life through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conversations and music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.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0" lvl="1" algn="just">
              <a:lnSpc>
                <a:spcPct val="20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Seeking:</a:t>
            </a:r>
            <a:endParaRPr lang="en-US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Strategic partners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Pilot customers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Investors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Advisors</a:t>
            </a:r>
          </a:p>
          <a:p>
            <a:pPr marL="0" lvl="1" algn="just">
              <a:lnSpc>
                <a:spcPct val="200000"/>
              </a:lnSpc>
            </a:pP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RedDust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– The future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of AI-powered wellbeing.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" y="885733"/>
            <a:ext cx="12192000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Vision</a:t>
            </a:r>
          </a:p>
          <a:p>
            <a:pPr lvl="1" algn="ctr">
              <a:lnSpc>
                <a:spcPct val="150000"/>
              </a:lnSpc>
            </a:pP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We believe music is one of humanity's most powerful tools for wellbeing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.</a:t>
            </a:r>
            <a:endParaRPr lang="en-US" sz="2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2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515</Words>
  <Application>Microsoft Office PowerPoint</Application>
  <PresentationFormat>Widescreen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32</cp:revision>
  <dcterms:created xsi:type="dcterms:W3CDTF">2026-06-01T00:31:16Z</dcterms:created>
  <dcterms:modified xsi:type="dcterms:W3CDTF">2026-06-02T04:54:15Z</dcterms:modified>
</cp:coreProperties>
</file>
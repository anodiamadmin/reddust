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63" r:id="rId3"/>
    <p:sldId id="257" r:id="rId4"/>
    <p:sldId id="262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B190D"/>
    <a:srgbClr val="ED7D31"/>
    <a:srgbClr val="FF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 varScale="1">
        <p:scale>
          <a:sx n="70" d="100"/>
          <a:sy n="70" d="100"/>
        </p:scale>
        <p:origin x="57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3FB3A-B447-4E05-B10D-88C79CDC8F57}" type="datetimeFigureOut">
              <a:rPr lang="en-AU" smtClean="0"/>
              <a:t>22/07/2026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F9AA3-9857-4416-A7D0-6CE840F0A3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114988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3FB3A-B447-4E05-B10D-88C79CDC8F57}" type="datetimeFigureOut">
              <a:rPr lang="en-AU" smtClean="0"/>
              <a:t>22/07/2026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F9AA3-9857-4416-A7D0-6CE840F0A3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12735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3FB3A-B447-4E05-B10D-88C79CDC8F57}" type="datetimeFigureOut">
              <a:rPr lang="en-AU" smtClean="0"/>
              <a:t>22/07/2026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F9AA3-9857-4416-A7D0-6CE840F0A3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88931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3FB3A-B447-4E05-B10D-88C79CDC8F57}" type="datetimeFigureOut">
              <a:rPr lang="en-AU" smtClean="0"/>
              <a:t>22/07/2026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F9AA3-9857-4416-A7D0-6CE840F0A3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056628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3FB3A-B447-4E05-B10D-88C79CDC8F57}" type="datetimeFigureOut">
              <a:rPr lang="en-AU" smtClean="0"/>
              <a:t>22/07/2026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F9AA3-9857-4416-A7D0-6CE840F0A3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117880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3FB3A-B447-4E05-B10D-88C79CDC8F57}" type="datetimeFigureOut">
              <a:rPr lang="en-AU" smtClean="0"/>
              <a:t>22/07/2026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F9AA3-9857-4416-A7D0-6CE840F0A3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959838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3FB3A-B447-4E05-B10D-88C79CDC8F57}" type="datetimeFigureOut">
              <a:rPr lang="en-AU" smtClean="0"/>
              <a:t>22/07/2026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F9AA3-9857-4416-A7D0-6CE840F0A3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04924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3FB3A-B447-4E05-B10D-88C79CDC8F57}" type="datetimeFigureOut">
              <a:rPr lang="en-AU" smtClean="0"/>
              <a:t>22/07/2026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F9AA3-9857-4416-A7D0-6CE840F0A3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99077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3FB3A-B447-4E05-B10D-88C79CDC8F57}" type="datetimeFigureOut">
              <a:rPr lang="en-AU" smtClean="0"/>
              <a:t>22/07/2026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F9AA3-9857-4416-A7D0-6CE840F0A3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831407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3FB3A-B447-4E05-B10D-88C79CDC8F57}" type="datetimeFigureOut">
              <a:rPr lang="en-AU" smtClean="0"/>
              <a:t>22/07/2026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F9AA3-9857-4416-A7D0-6CE840F0A3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92311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3FB3A-B447-4E05-B10D-88C79CDC8F57}" type="datetimeFigureOut">
              <a:rPr lang="en-AU" smtClean="0"/>
              <a:t>22/07/2026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F9AA3-9857-4416-A7D0-6CE840F0A3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728121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F3FB3A-B447-4E05-B10D-88C79CDC8F57}" type="datetimeFigureOut">
              <a:rPr lang="en-AU" smtClean="0"/>
              <a:t>22/07/2026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3F9AA3-9857-4416-A7D0-6CE840F0A3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21422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Oval 106"/>
          <p:cNvSpPr/>
          <p:nvPr/>
        </p:nvSpPr>
        <p:spPr>
          <a:xfrm>
            <a:off x="13810625" y="12333379"/>
            <a:ext cx="590093" cy="84971"/>
          </a:xfrm>
          <a:prstGeom prst="ellipse">
            <a:avLst/>
          </a:prstGeom>
          <a:solidFill>
            <a:srgbClr val="FF9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2250411" y="494389"/>
            <a:ext cx="32144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chemeClr val="bg1"/>
                </a:solidFill>
              </a:rPr>
              <a:t>Syan Avatar</a:t>
            </a:r>
          </a:p>
        </p:txBody>
      </p:sp>
    </p:spTree>
    <p:extLst>
      <p:ext uri="{BB962C8B-B14F-4D97-AF65-F5344CB8AC3E}">
        <p14:creationId xmlns:p14="http://schemas.microsoft.com/office/powerpoint/2010/main" val="28259678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3" t="1294" r="1633" b="1294"/>
          <a:stretch>
            <a:fillRect/>
          </a:stretch>
        </p:blipFill>
        <p:spPr>
          <a:xfrm>
            <a:off x="2690934" y="-1"/>
            <a:ext cx="6814732" cy="6862633"/>
          </a:xfrm>
          <a:custGeom>
            <a:avLst/>
            <a:gdLst>
              <a:gd name="connsiteX0" fmla="*/ 3316975 w 6633950"/>
              <a:gd name="connsiteY0" fmla="*/ 0 h 6680580"/>
              <a:gd name="connsiteX1" fmla="*/ 6633950 w 6633950"/>
              <a:gd name="connsiteY1" fmla="*/ 3340290 h 6680580"/>
              <a:gd name="connsiteX2" fmla="*/ 3316975 w 6633950"/>
              <a:gd name="connsiteY2" fmla="*/ 6680580 h 6680580"/>
              <a:gd name="connsiteX3" fmla="*/ 0 w 6633950"/>
              <a:gd name="connsiteY3" fmla="*/ 3340290 h 6680580"/>
              <a:gd name="connsiteX4" fmla="*/ 3316975 w 6633950"/>
              <a:gd name="connsiteY4" fmla="*/ 0 h 66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33950" h="6680580">
                <a:moveTo>
                  <a:pt x="3316975" y="0"/>
                </a:moveTo>
                <a:cubicBezTo>
                  <a:pt x="5148890" y="0"/>
                  <a:pt x="6633950" y="1495499"/>
                  <a:pt x="6633950" y="3340290"/>
                </a:cubicBezTo>
                <a:cubicBezTo>
                  <a:pt x="6633950" y="5185081"/>
                  <a:pt x="5148890" y="6680580"/>
                  <a:pt x="3316975" y="6680580"/>
                </a:cubicBezTo>
                <a:cubicBezTo>
                  <a:pt x="1485060" y="6680580"/>
                  <a:pt x="0" y="5185081"/>
                  <a:pt x="0" y="3340290"/>
                </a:cubicBezTo>
                <a:cubicBezTo>
                  <a:pt x="0" y="1495499"/>
                  <a:pt x="1485060" y="0"/>
                  <a:pt x="3316975" y="0"/>
                </a:cubicBezTo>
                <a:close/>
              </a:path>
            </a:pathLst>
          </a:custGeom>
        </p:spPr>
      </p:pic>
      <p:sp>
        <p:nvSpPr>
          <p:cNvPr id="107" name="Oval 106"/>
          <p:cNvSpPr/>
          <p:nvPr/>
        </p:nvSpPr>
        <p:spPr>
          <a:xfrm>
            <a:off x="13810625" y="12333379"/>
            <a:ext cx="590093" cy="84971"/>
          </a:xfrm>
          <a:prstGeom prst="ellipse">
            <a:avLst/>
          </a:prstGeom>
          <a:solidFill>
            <a:srgbClr val="FF9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TextBox 7"/>
          <p:cNvSpPr txBox="1"/>
          <p:nvPr/>
        </p:nvSpPr>
        <p:spPr>
          <a:xfrm>
            <a:off x="4263456" y="4070103"/>
            <a:ext cx="3214468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bg1"/>
                </a:solidFill>
              </a:rPr>
              <a:t>Sara, User Avatar</a:t>
            </a:r>
          </a:p>
          <a:p>
            <a:r>
              <a:rPr lang="en-US" dirty="0">
                <a:solidFill>
                  <a:schemeClr val="bg1"/>
                </a:solidFill>
              </a:rPr>
              <a:t>Sara 23, </a:t>
            </a:r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Student </a:t>
            </a:r>
            <a:r>
              <a:rPr lang="en-US" dirty="0">
                <a:solidFill>
                  <a:schemeClr val="bg1"/>
                </a:solidFill>
              </a:rPr>
              <a:t>(Psychology </a:t>
            </a:r>
            <a:r>
              <a:rPr lang="en-US" dirty="0" smtClean="0">
                <a:solidFill>
                  <a:schemeClr val="bg1"/>
                </a:solidFill>
              </a:rPr>
              <a:t>Bachelors</a:t>
            </a:r>
            <a:r>
              <a:rPr lang="en-US" dirty="0">
                <a:solidFill>
                  <a:schemeClr val="bg1"/>
                </a:solidFill>
              </a:rPr>
              <a:t>), </a:t>
            </a:r>
            <a:r>
              <a:rPr lang="en-US" dirty="0" smtClean="0">
                <a:solidFill>
                  <a:schemeClr val="bg1"/>
                </a:solidFill>
              </a:rPr>
              <a:t>Sydney, Australia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22430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10669" y="285010"/>
            <a:ext cx="3322320" cy="6225540"/>
          </a:xfrm>
          <a:prstGeom prst="roundRect">
            <a:avLst>
              <a:gd name="adj" fmla="val 11621"/>
            </a:avLst>
          </a:prstGeom>
          <a:blipFill>
            <a:blip r:embed="rId2"/>
            <a:stretch>
              <a:fillRect/>
            </a:stretch>
          </a:blipFill>
          <a:ln w="762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" name="TextBox 2"/>
          <p:cNvSpPr txBox="1"/>
          <p:nvPr/>
        </p:nvSpPr>
        <p:spPr>
          <a:xfrm>
            <a:off x="865163" y="1374670"/>
            <a:ext cx="3214468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chemeClr val="bg1"/>
                </a:solidFill>
              </a:rPr>
              <a:t>10:10 am</a:t>
            </a:r>
          </a:p>
          <a:p>
            <a:pPr algn="ctr"/>
            <a:r>
              <a:rPr lang="en-US" sz="1400" dirty="0" smtClean="0">
                <a:solidFill>
                  <a:schemeClr val="bg1"/>
                </a:solidFill>
              </a:rPr>
              <a:t>10-Oct-2026</a:t>
            </a:r>
            <a:endParaRPr lang="en-AU" sz="2000" dirty="0">
              <a:solidFill>
                <a:schemeClr val="bg1"/>
              </a:solidFill>
            </a:endParaRPr>
          </a:p>
        </p:txBody>
      </p:sp>
      <p:sp>
        <p:nvSpPr>
          <p:cNvPr id="107" name="Oval 106"/>
          <p:cNvSpPr/>
          <p:nvPr/>
        </p:nvSpPr>
        <p:spPr>
          <a:xfrm>
            <a:off x="13585542" y="12333379"/>
            <a:ext cx="590093" cy="84971"/>
          </a:xfrm>
          <a:prstGeom prst="ellipse">
            <a:avLst/>
          </a:prstGeom>
          <a:solidFill>
            <a:srgbClr val="FF9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7" name="Oval 56"/>
          <p:cNvSpPr/>
          <p:nvPr/>
        </p:nvSpPr>
        <p:spPr>
          <a:xfrm>
            <a:off x="17363603" y="12333379"/>
            <a:ext cx="590093" cy="84971"/>
          </a:xfrm>
          <a:prstGeom prst="ellipse">
            <a:avLst/>
          </a:prstGeom>
          <a:solidFill>
            <a:srgbClr val="FF9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2" name="Rounded Rectangle 61"/>
          <p:cNvSpPr/>
          <p:nvPr/>
        </p:nvSpPr>
        <p:spPr>
          <a:xfrm>
            <a:off x="8366791" y="285010"/>
            <a:ext cx="3322320" cy="6225540"/>
          </a:xfrm>
          <a:prstGeom prst="roundRect">
            <a:avLst>
              <a:gd name="adj" fmla="val 11621"/>
            </a:avLst>
          </a:prstGeom>
          <a:solidFill>
            <a:schemeClr val="accent2">
              <a:lumMod val="20000"/>
              <a:lumOff val="80000"/>
            </a:schemeClr>
          </a:solidFill>
          <a:ln w="762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5" name="Oval 64"/>
          <p:cNvSpPr/>
          <p:nvPr/>
        </p:nvSpPr>
        <p:spPr>
          <a:xfrm>
            <a:off x="21141664" y="12333379"/>
            <a:ext cx="590093" cy="84971"/>
          </a:xfrm>
          <a:prstGeom prst="ellipse">
            <a:avLst/>
          </a:prstGeom>
          <a:solidFill>
            <a:srgbClr val="FF9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" name="Rounded Rectangle 3"/>
          <p:cNvSpPr/>
          <p:nvPr/>
        </p:nvSpPr>
        <p:spPr>
          <a:xfrm>
            <a:off x="1097281" y="2609558"/>
            <a:ext cx="2757268" cy="569741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3444" y="2651120"/>
            <a:ext cx="390580" cy="409632"/>
          </a:xfrm>
          <a:prstGeom prst="rect">
            <a:avLst/>
          </a:prstGeom>
        </p:spPr>
      </p:pic>
      <p:pic>
        <p:nvPicPr>
          <p:cNvPr id="6" name="Picture 4" descr="Free Microphone Icon, Symbol. Download in SVG &amp; PNG Formats.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9288" y="2740581"/>
            <a:ext cx="338174" cy="338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0" name="Picture 6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49" t="15849" r="15849" b="15849"/>
          <a:stretch>
            <a:fillRect/>
          </a:stretch>
        </p:blipFill>
        <p:spPr>
          <a:xfrm>
            <a:off x="1188468" y="3799131"/>
            <a:ext cx="475556" cy="475556"/>
          </a:xfrm>
          <a:custGeom>
            <a:avLst/>
            <a:gdLst>
              <a:gd name="connsiteX0" fmla="*/ 1060107 w 4684105"/>
              <a:gd name="connsiteY0" fmla="*/ 0 h 4684105"/>
              <a:gd name="connsiteX1" fmla="*/ 3623998 w 4684105"/>
              <a:gd name="connsiteY1" fmla="*/ 0 h 4684105"/>
              <a:gd name="connsiteX2" fmla="*/ 4684105 w 4684105"/>
              <a:gd name="connsiteY2" fmla="*/ 1060107 h 4684105"/>
              <a:gd name="connsiteX3" fmla="*/ 4684105 w 4684105"/>
              <a:gd name="connsiteY3" fmla="*/ 3623998 h 4684105"/>
              <a:gd name="connsiteX4" fmla="*/ 3623998 w 4684105"/>
              <a:gd name="connsiteY4" fmla="*/ 4684105 h 4684105"/>
              <a:gd name="connsiteX5" fmla="*/ 1060107 w 4684105"/>
              <a:gd name="connsiteY5" fmla="*/ 4684105 h 4684105"/>
              <a:gd name="connsiteX6" fmla="*/ 0 w 4684105"/>
              <a:gd name="connsiteY6" fmla="*/ 3623998 h 4684105"/>
              <a:gd name="connsiteX7" fmla="*/ 0 w 4684105"/>
              <a:gd name="connsiteY7" fmla="*/ 1060107 h 4684105"/>
              <a:gd name="connsiteX8" fmla="*/ 1060107 w 4684105"/>
              <a:gd name="connsiteY8" fmla="*/ 0 h 46841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84105" h="4684105">
                <a:moveTo>
                  <a:pt x="1060107" y="0"/>
                </a:moveTo>
                <a:lnTo>
                  <a:pt x="3623998" y="0"/>
                </a:lnTo>
                <a:cubicBezTo>
                  <a:pt x="4209479" y="0"/>
                  <a:pt x="4684105" y="474626"/>
                  <a:pt x="4684105" y="1060107"/>
                </a:cubicBezTo>
                <a:lnTo>
                  <a:pt x="4684105" y="3623998"/>
                </a:lnTo>
                <a:cubicBezTo>
                  <a:pt x="4684105" y="4209479"/>
                  <a:pt x="4209479" y="4684105"/>
                  <a:pt x="3623998" y="4684105"/>
                </a:cubicBezTo>
                <a:lnTo>
                  <a:pt x="1060107" y="4684105"/>
                </a:lnTo>
                <a:cubicBezTo>
                  <a:pt x="474626" y="4684105"/>
                  <a:pt x="0" y="4209479"/>
                  <a:pt x="0" y="3623998"/>
                </a:cubicBezTo>
                <a:lnTo>
                  <a:pt x="0" y="1060107"/>
                </a:lnTo>
                <a:cubicBezTo>
                  <a:pt x="0" y="474626"/>
                  <a:pt x="474626" y="0"/>
                  <a:pt x="1060107" y="0"/>
                </a:cubicBezTo>
                <a:close/>
              </a:path>
            </a:pathLst>
          </a:custGeom>
        </p:spPr>
      </p:pic>
      <p:sp>
        <p:nvSpPr>
          <p:cNvPr id="71" name="Title 1"/>
          <p:cNvSpPr txBox="1">
            <a:spLocks/>
          </p:cNvSpPr>
          <p:nvPr/>
        </p:nvSpPr>
        <p:spPr>
          <a:xfrm>
            <a:off x="1064381" y="4274687"/>
            <a:ext cx="723729" cy="2736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2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RedDust</a:t>
            </a:r>
            <a:endParaRPr lang="en-US" sz="1800" dirty="0">
              <a:solidFill>
                <a:srgbClr val="FFFFEB"/>
              </a:solidFill>
              <a:latin typeface="Candara" panose="020E0502030303020204" pitchFamily="34" charset="0"/>
            </a:endParaRPr>
          </a:p>
        </p:txBody>
      </p:sp>
      <p:pic>
        <p:nvPicPr>
          <p:cNvPr id="75" name="Picture 74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06" r="56443"/>
          <a:stretch/>
        </p:blipFill>
        <p:spPr>
          <a:xfrm>
            <a:off x="4588730" y="285010"/>
            <a:ext cx="3322320" cy="6225540"/>
          </a:xfrm>
          <a:custGeom>
            <a:avLst/>
            <a:gdLst>
              <a:gd name="connsiteX0" fmla="*/ 386087 w 3322320"/>
              <a:gd name="connsiteY0" fmla="*/ 0 h 6225540"/>
              <a:gd name="connsiteX1" fmla="*/ 2936233 w 3322320"/>
              <a:gd name="connsiteY1" fmla="*/ 0 h 6225540"/>
              <a:gd name="connsiteX2" fmla="*/ 3322320 w 3322320"/>
              <a:gd name="connsiteY2" fmla="*/ 386087 h 6225540"/>
              <a:gd name="connsiteX3" fmla="*/ 3322320 w 3322320"/>
              <a:gd name="connsiteY3" fmla="*/ 5839453 h 6225540"/>
              <a:gd name="connsiteX4" fmla="*/ 2936233 w 3322320"/>
              <a:gd name="connsiteY4" fmla="*/ 6225540 h 6225540"/>
              <a:gd name="connsiteX5" fmla="*/ 386087 w 3322320"/>
              <a:gd name="connsiteY5" fmla="*/ 6225540 h 6225540"/>
              <a:gd name="connsiteX6" fmla="*/ 0 w 3322320"/>
              <a:gd name="connsiteY6" fmla="*/ 5839453 h 6225540"/>
              <a:gd name="connsiteX7" fmla="*/ 0 w 3322320"/>
              <a:gd name="connsiteY7" fmla="*/ 386087 h 6225540"/>
              <a:gd name="connsiteX8" fmla="*/ 386087 w 3322320"/>
              <a:gd name="connsiteY8" fmla="*/ 0 h 6225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322320" h="6225540">
                <a:moveTo>
                  <a:pt x="386087" y="0"/>
                </a:moveTo>
                <a:lnTo>
                  <a:pt x="2936233" y="0"/>
                </a:lnTo>
                <a:cubicBezTo>
                  <a:pt x="3149463" y="0"/>
                  <a:pt x="3322320" y="172857"/>
                  <a:pt x="3322320" y="386087"/>
                </a:cubicBezTo>
                <a:lnTo>
                  <a:pt x="3322320" y="5839453"/>
                </a:lnTo>
                <a:cubicBezTo>
                  <a:pt x="3322320" y="6052683"/>
                  <a:pt x="3149463" y="6225540"/>
                  <a:pt x="2936233" y="6225540"/>
                </a:cubicBezTo>
                <a:lnTo>
                  <a:pt x="386087" y="6225540"/>
                </a:lnTo>
                <a:cubicBezTo>
                  <a:pt x="172857" y="6225540"/>
                  <a:pt x="0" y="6052683"/>
                  <a:pt x="0" y="5839453"/>
                </a:cubicBezTo>
                <a:lnTo>
                  <a:pt x="0" y="386087"/>
                </a:lnTo>
                <a:cubicBezTo>
                  <a:pt x="0" y="172857"/>
                  <a:pt x="172857" y="0"/>
                  <a:pt x="386087" y="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76200">
            <a:solidFill>
              <a:schemeClr val="tx2">
                <a:lumMod val="75000"/>
              </a:schemeClr>
            </a:solidFill>
          </a:ln>
        </p:spPr>
      </p:pic>
      <p:sp>
        <p:nvSpPr>
          <p:cNvPr id="77" name="Title 1"/>
          <p:cNvSpPr txBox="1">
            <a:spLocks/>
          </p:cNvSpPr>
          <p:nvPr/>
        </p:nvSpPr>
        <p:spPr>
          <a:xfrm>
            <a:off x="4588730" y="2507255"/>
            <a:ext cx="333106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70000"/>
              </a:lnSpc>
            </a:pPr>
            <a:r>
              <a:rPr lang="en-US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</a:rPr>
              <a:t>RedDust</a:t>
            </a:r>
            <a:r>
              <a:rPr lang="en-US" sz="3200" dirty="0" smtClean="0">
                <a:solidFill>
                  <a:srgbClr val="FFFFEB"/>
                </a:solidFill>
                <a:latin typeface="Candara" panose="020E0502030303020204" pitchFamily="34" charset="0"/>
              </a:rPr>
              <a:t/>
            </a:r>
            <a:br>
              <a:rPr lang="en-US" sz="3200" dirty="0" smtClean="0">
                <a:solidFill>
                  <a:srgbClr val="FFFFEB"/>
                </a:solidFill>
                <a:latin typeface="Candara" panose="020E0502030303020204" pitchFamily="34" charset="0"/>
              </a:rPr>
            </a:br>
            <a:endParaRPr lang="en-US" sz="3200" dirty="0" smtClean="0">
              <a:solidFill>
                <a:srgbClr val="FFFFEB"/>
              </a:solidFill>
              <a:latin typeface="Candara" panose="020E0502030303020204" pitchFamily="34" charset="0"/>
            </a:endParaRPr>
          </a:p>
          <a:p>
            <a:pPr>
              <a:lnSpc>
                <a:spcPct val="170000"/>
              </a:lnSpc>
            </a:pPr>
            <a:endParaRPr lang="en-US" sz="1050" dirty="0">
              <a:solidFill>
                <a:srgbClr val="FFFFEB"/>
              </a:solidFill>
              <a:latin typeface="Candara" panose="020E0502030303020204" pitchFamily="34" charset="0"/>
            </a:endParaRPr>
          </a:p>
          <a:p>
            <a:pPr>
              <a:lnSpc>
                <a:spcPct val="170000"/>
              </a:lnSpc>
            </a:pPr>
            <a:endParaRPr lang="en-US" sz="1400" dirty="0" smtClean="0">
              <a:solidFill>
                <a:srgbClr val="FFFFEB"/>
              </a:solidFill>
              <a:latin typeface="Candara" panose="020E0502030303020204" pitchFamily="34" charset="0"/>
            </a:endParaRPr>
          </a:p>
          <a:p>
            <a:pPr>
              <a:lnSpc>
                <a:spcPct val="170000"/>
              </a:lnSpc>
            </a:pPr>
            <a:r>
              <a:rPr lang="en-US" sz="18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Listen to the music</a:t>
            </a:r>
          </a:p>
          <a:p>
            <a:pPr>
              <a:lnSpc>
                <a:spcPct val="170000"/>
              </a:lnSpc>
            </a:pPr>
            <a:r>
              <a:rPr lang="en-US" sz="18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 that listens to your soul</a:t>
            </a:r>
            <a:endParaRPr lang="en-US" sz="4000" dirty="0">
              <a:solidFill>
                <a:srgbClr val="FFFFEB"/>
              </a:solidFill>
              <a:latin typeface="Candara" panose="020E0502030303020204" pitchFamily="34" charset="0"/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8916925" y="1374670"/>
            <a:ext cx="2222051" cy="435882"/>
            <a:chOff x="8822532" y="1308120"/>
            <a:chExt cx="2222051" cy="435882"/>
          </a:xfrm>
        </p:grpSpPr>
        <p:sp>
          <p:nvSpPr>
            <p:cNvPr id="63" name="TextBox 62"/>
            <p:cNvSpPr txBox="1"/>
            <p:nvPr/>
          </p:nvSpPr>
          <p:spPr>
            <a:xfrm>
              <a:off x="8822532" y="1374670"/>
              <a:ext cx="18774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u="sng" smtClean="0"/>
                <a:t>Login with Google</a:t>
              </a:r>
              <a:endParaRPr lang="en-AU" u="sng" dirty="0"/>
            </a:p>
          </p:txBody>
        </p:sp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28218" y="1308120"/>
              <a:ext cx="416365" cy="43588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625618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Oval 106"/>
          <p:cNvSpPr/>
          <p:nvPr/>
        </p:nvSpPr>
        <p:spPr>
          <a:xfrm>
            <a:off x="14885045" y="12310519"/>
            <a:ext cx="590093" cy="84971"/>
          </a:xfrm>
          <a:prstGeom prst="ellipse">
            <a:avLst/>
          </a:prstGeom>
          <a:solidFill>
            <a:srgbClr val="FF9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9" name="Rounded Rectangle 18"/>
          <p:cNvSpPr/>
          <p:nvPr/>
        </p:nvSpPr>
        <p:spPr>
          <a:xfrm>
            <a:off x="835736" y="276999"/>
            <a:ext cx="3322320" cy="6225540"/>
          </a:xfrm>
          <a:prstGeom prst="roundRect">
            <a:avLst>
              <a:gd name="adj" fmla="val 11621"/>
            </a:avLst>
          </a:prstGeom>
          <a:solidFill>
            <a:schemeClr val="accent2">
              <a:lumMod val="20000"/>
              <a:lumOff val="80000"/>
            </a:schemeClr>
          </a:solidFill>
          <a:ln w="762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grpSp>
        <p:nvGrpSpPr>
          <p:cNvPr id="4" name="Group 3"/>
          <p:cNvGrpSpPr/>
          <p:nvPr/>
        </p:nvGrpSpPr>
        <p:grpSpPr>
          <a:xfrm>
            <a:off x="1272591" y="5560541"/>
            <a:ext cx="2448610" cy="871501"/>
            <a:chOff x="828319" y="5520554"/>
            <a:chExt cx="2448610" cy="871501"/>
          </a:xfrm>
        </p:grpSpPr>
        <p:grpSp>
          <p:nvGrpSpPr>
            <p:cNvPr id="3" name="Group 2"/>
            <p:cNvGrpSpPr/>
            <p:nvPr/>
          </p:nvGrpSpPr>
          <p:grpSpPr>
            <a:xfrm>
              <a:off x="828319" y="5520554"/>
              <a:ext cx="972844" cy="871501"/>
              <a:chOff x="828319" y="5755307"/>
              <a:chExt cx="812082" cy="691699"/>
            </a:xfrm>
          </p:grpSpPr>
          <p:sp>
            <p:nvSpPr>
              <p:cNvPr id="20" name="Oval 19"/>
              <p:cNvSpPr/>
              <p:nvPr/>
            </p:nvSpPr>
            <p:spPr>
              <a:xfrm>
                <a:off x="890903" y="5755307"/>
                <a:ext cx="714012" cy="691699"/>
              </a:xfrm>
              <a:prstGeom prst="ellipse">
                <a:avLst/>
              </a:prstGeom>
              <a:solidFill>
                <a:srgbClr val="FF99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24" name="TextBox 23"/>
              <p:cNvSpPr txBox="1"/>
              <p:nvPr/>
            </p:nvSpPr>
            <p:spPr>
              <a:xfrm>
                <a:off x="828319" y="6122646"/>
                <a:ext cx="81208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AU" sz="1200" dirty="0"/>
                  <a:t>With Syan</a:t>
                </a:r>
              </a:p>
            </p:txBody>
          </p:sp>
          <p:pic>
            <p:nvPicPr>
              <p:cNvPr id="53" name="Picture 4" descr="Free Microphone Icon, Symbol. Download in SVG &amp; PNG Formats.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67392" y="5785943"/>
                <a:ext cx="371992" cy="37199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25" name="Picture 12" descr="Wellbeing Icons - Free SVG &amp; PNG Wellbeing Images - Noun Project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59147" y="5646141"/>
              <a:ext cx="376894" cy="3768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4" name="TextBox 53"/>
            <p:cNvSpPr txBox="1"/>
            <p:nvPr/>
          </p:nvSpPr>
          <p:spPr>
            <a:xfrm>
              <a:off x="2422208" y="6023035"/>
              <a:ext cx="85472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algn="ctr">
                <a:defRPr sz="1200"/>
              </a:lvl1pPr>
            </a:lstStyle>
            <a:p>
              <a:r>
                <a:rPr lang="en-AU" dirty="0" smtClean="0"/>
                <a:t>Soul Space</a:t>
              </a:r>
              <a:endParaRPr lang="en-AU" dirty="0"/>
            </a:p>
          </p:txBody>
        </p:sp>
      </p:grpSp>
      <p:sp>
        <p:nvSpPr>
          <p:cNvPr id="55" name="Rounded Rectangle 54"/>
          <p:cNvSpPr/>
          <p:nvPr/>
        </p:nvSpPr>
        <p:spPr>
          <a:xfrm>
            <a:off x="922020" y="710321"/>
            <a:ext cx="3154680" cy="4542485"/>
          </a:xfrm>
          <a:prstGeom prst="roundRect">
            <a:avLst>
              <a:gd name="adj" fmla="val 3430"/>
            </a:avLst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AU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0" name="Rounded Rectangular Callout 59"/>
          <p:cNvSpPr/>
          <p:nvPr/>
        </p:nvSpPr>
        <p:spPr>
          <a:xfrm rot="5400000">
            <a:off x="1643470" y="1118610"/>
            <a:ext cx="261685" cy="764013"/>
          </a:xfrm>
          <a:prstGeom prst="wedgeRoundRectCallout">
            <a:avLst>
              <a:gd name="adj1" fmla="val -29386"/>
              <a:gd name="adj2" fmla="val 65386"/>
              <a:gd name="adj3" fmla="val 16667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1" name="Rounded Rectangular Callout 60"/>
          <p:cNvSpPr/>
          <p:nvPr/>
        </p:nvSpPr>
        <p:spPr>
          <a:xfrm rot="5400000" flipV="1">
            <a:off x="2224596" y="-33430"/>
            <a:ext cx="439071" cy="2161540"/>
          </a:xfrm>
          <a:prstGeom prst="wedgeRoundRectCallout">
            <a:avLst>
              <a:gd name="adj1" fmla="val -36335"/>
              <a:gd name="adj2" fmla="val 53993"/>
              <a:gd name="adj3" fmla="val 16667"/>
            </a:avLst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2" name="Rectangle 61"/>
          <p:cNvSpPr/>
          <p:nvPr/>
        </p:nvSpPr>
        <p:spPr>
          <a:xfrm>
            <a:off x="1337566" y="805210"/>
            <a:ext cx="227652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1200" dirty="0"/>
              <a:t>Hey Sara 💜 How are you feeling right now?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365164" y="1366770"/>
            <a:ext cx="227652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1200" dirty="0"/>
              <a:t>A bit </a:t>
            </a:r>
            <a:r>
              <a:rPr lang="en-AU" sz="1200" dirty="0" smtClean="0"/>
              <a:t>tired.</a:t>
            </a:r>
            <a:endParaRPr lang="en-AU" sz="1200" dirty="0"/>
          </a:p>
        </p:txBody>
      </p:sp>
      <p:sp>
        <p:nvSpPr>
          <p:cNvPr id="65" name="Rounded Rectangular Callout 64"/>
          <p:cNvSpPr/>
          <p:nvPr/>
        </p:nvSpPr>
        <p:spPr>
          <a:xfrm rot="5400000" flipV="1">
            <a:off x="2323963" y="771788"/>
            <a:ext cx="254406" cy="2161540"/>
          </a:xfrm>
          <a:prstGeom prst="wedgeRoundRectCallout">
            <a:avLst>
              <a:gd name="adj1" fmla="val -36335"/>
              <a:gd name="adj2" fmla="val 53993"/>
              <a:gd name="adj3" fmla="val 16667"/>
            </a:avLst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6" name="Rectangle 65"/>
          <p:cNvSpPr/>
          <p:nvPr/>
        </p:nvSpPr>
        <p:spPr>
          <a:xfrm>
            <a:off x="1344600" y="1702760"/>
            <a:ext cx="227652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1200" dirty="0" smtClean="0"/>
              <a:t>New Question</a:t>
            </a:r>
            <a:endParaRPr lang="en-AU" sz="1200" dirty="0"/>
          </a:p>
        </p:txBody>
      </p:sp>
      <p:sp>
        <p:nvSpPr>
          <p:cNvPr id="70" name="Rounded Rectangular Callout 69"/>
          <p:cNvSpPr/>
          <p:nvPr/>
        </p:nvSpPr>
        <p:spPr>
          <a:xfrm rot="5400000">
            <a:off x="1646983" y="1821801"/>
            <a:ext cx="261685" cy="764013"/>
          </a:xfrm>
          <a:prstGeom prst="wedgeRoundRectCallout">
            <a:avLst>
              <a:gd name="adj1" fmla="val -29386"/>
              <a:gd name="adj2" fmla="val 65386"/>
              <a:gd name="adj3" fmla="val 16667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1" name="Rectangle 70"/>
          <p:cNvSpPr/>
          <p:nvPr/>
        </p:nvSpPr>
        <p:spPr>
          <a:xfrm>
            <a:off x="1361632" y="2064475"/>
            <a:ext cx="227652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smtClean="0"/>
              <a:t>Answer</a:t>
            </a:r>
            <a:endParaRPr lang="en-AU" sz="1200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4036723" y="791046"/>
            <a:ext cx="0" cy="1592114"/>
          </a:xfrm>
          <a:prstGeom prst="line">
            <a:avLst/>
          </a:prstGeom>
          <a:ln w="508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/>
          <p:nvPr/>
        </p:nvCxnSpPr>
        <p:spPr>
          <a:xfrm>
            <a:off x="4036723" y="2044539"/>
            <a:ext cx="0" cy="3102580"/>
          </a:xfrm>
          <a:prstGeom prst="line">
            <a:avLst/>
          </a:prstGeom>
          <a:ln w="508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ounded Rectangle 72"/>
          <p:cNvSpPr/>
          <p:nvPr/>
        </p:nvSpPr>
        <p:spPr>
          <a:xfrm>
            <a:off x="5273854" y="276999"/>
            <a:ext cx="3322320" cy="6225540"/>
          </a:xfrm>
          <a:prstGeom prst="roundRect">
            <a:avLst>
              <a:gd name="adj" fmla="val 11621"/>
            </a:avLst>
          </a:prstGeom>
          <a:solidFill>
            <a:schemeClr val="accent2">
              <a:lumMod val="20000"/>
              <a:lumOff val="80000"/>
            </a:schemeClr>
          </a:solidFill>
          <a:ln w="762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grpSp>
        <p:nvGrpSpPr>
          <p:cNvPr id="74" name="Group 73"/>
          <p:cNvGrpSpPr/>
          <p:nvPr/>
        </p:nvGrpSpPr>
        <p:grpSpPr>
          <a:xfrm>
            <a:off x="5710709" y="5560541"/>
            <a:ext cx="2448610" cy="871501"/>
            <a:chOff x="828319" y="5520554"/>
            <a:chExt cx="2448610" cy="871501"/>
          </a:xfrm>
        </p:grpSpPr>
        <p:grpSp>
          <p:nvGrpSpPr>
            <p:cNvPr id="75" name="Group 74"/>
            <p:cNvGrpSpPr/>
            <p:nvPr/>
          </p:nvGrpSpPr>
          <p:grpSpPr>
            <a:xfrm>
              <a:off x="828319" y="5520554"/>
              <a:ext cx="2446955" cy="871501"/>
              <a:chOff x="828319" y="5755307"/>
              <a:chExt cx="2042597" cy="691699"/>
            </a:xfrm>
          </p:grpSpPr>
          <p:sp>
            <p:nvSpPr>
              <p:cNvPr id="78" name="Oval 77"/>
              <p:cNvSpPr/>
              <p:nvPr/>
            </p:nvSpPr>
            <p:spPr>
              <a:xfrm>
                <a:off x="2156904" y="5755307"/>
                <a:ext cx="714012" cy="691699"/>
              </a:xfrm>
              <a:prstGeom prst="ellipse">
                <a:avLst/>
              </a:prstGeom>
              <a:solidFill>
                <a:srgbClr val="FF99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79" name="TextBox 78"/>
              <p:cNvSpPr txBox="1"/>
              <p:nvPr/>
            </p:nvSpPr>
            <p:spPr>
              <a:xfrm>
                <a:off x="828319" y="6122646"/>
                <a:ext cx="81208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AU" sz="1200" dirty="0"/>
                  <a:t>With Syan</a:t>
                </a:r>
              </a:p>
            </p:txBody>
          </p:sp>
          <p:pic>
            <p:nvPicPr>
              <p:cNvPr id="80" name="Picture 4" descr="Free Microphone Icon, Symbol. Download in SVG &amp; PNG Formats.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67392" y="5785943"/>
                <a:ext cx="371992" cy="37199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76" name="Picture 12" descr="Wellbeing Icons - Free SVG &amp; PNG Wellbeing Images - Noun Project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59147" y="5646141"/>
              <a:ext cx="376894" cy="3768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7" name="TextBox 76"/>
            <p:cNvSpPr txBox="1"/>
            <p:nvPr/>
          </p:nvSpPr>
          <p:spPr>
            <a:xfrm>
              <a:off x="2422208" y="6023035"/>
              <a:ext cx="85472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algn="ctr">
                <a:defRPr sz="1200"/>
              </a:lvl1pPr>
            </a:lstStyle>
            <a:p>
              <a:r>
                <a:rPr lang="en-AU" dirty="0" smtClean="0"/>
                <a:t>Soul Space</a:t>
              </a:r>
              <a:endParaRPr lang="en-AU" dirty="0"/>
            </a:p>
          </p:txBody>
        </p:sp>
      </p:grpSp>
      <p:pic>
        <p:nvPicPr>
          <p:cNvPr id="102" name="Picture 10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24" r="5410" b="15072"/>
          <a:stretch>
            <a:fillRect/>
          </a:stretch>
        </p:blipFill>
        <p:spPr>
          <a:xfrm>
            <a:off x="3601961" y="811973"/>
            <a:ext cx="395024" cy="403880"/>
          </a:xfrm>
          <a:custGeom>
            <a:avLst/>
            <a:gdLst>
              <a:gd name="connsiteX0" fmla="*/ 947786 w 2923282"/>
              <a:gd name="connsiteY0" fmla="*/ 0 h 2988815"/>
              <a:gd name="connsiteX1" fmla="*/ 1975496 w 2923282"/>
              <a:gd name="connsiteY1" fmla="*/ 0 h 2988815"/>
              <a:gd name="connsiteX2" fmla="*/ 2923282 w 2923282"/>
              <a:gd name="connsiteY2" fmla="*/ 947786 h 2988815"/>
              <a:gd name="connsiteX3" fmla="*/ 2923282 w 2923282"/>
              <a:gd name="connsiteY3" fmla="*/ 2041029 h 2988815"/>
              <a:gd name="connsiteX4" fmla="*/ 1975496 w 2923282"/>
              <a:gd name="connsiteY4" fmla="*/ 2988815 h 2988815"/>
              <a:gd name="connsiteX5" fmla="*/ 947786 w 2923282"/>
              <a:gd name="connsiteY5" fmla="*/ 2988815 h 2988815"/>
              <a:gd name="connsiteX6" fmla="*/ 0 w 2923282"/>
              <a:gd name="connsiteY6" fmla="*/ 2041029 h 2988815"/>
              <a:gd name="connsiteX7" fmla="*/ 0 w 2923282"/>
              <a:gd name="connsiteY7" fmla="*/ 947786 h 2988815"/>
              <a:gd name="connsiteX8" fmla="*/ 947786 w 2923282"/>
              <a:gd name="connsiteY8" fmla="*/ 0 h 29888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923282" h="2988815">
                <a:moveTo>
                  <a:pt x="947786" y="0"/>
                </a:moveTo>
                <a:lnTo>
                  <a:pt x="1975496" y="0"/>
                </a:lnTo>
                <a:cubicBezTo>
                  <a:pt x="2498944" y="0"/>
                  <a:pt x="2923282" y="424338"/>
                  <a:pt x="2923282" y="947786"/>
                </a:cubicBezTo>
                <a:lnTo>
                  <a:pt x="2923282" y="2041029"/>
                </a:lnTo>
                <a:cubicBezTo>
                  <a:pt x="2923282" y="2564477"/>
                  <a:pt x="2498944" y="2988815"/>
                  <a:pt x="1975496" y="2988815"/>
                </a:cubicBezTo>
                <a:lnTo>
                  <a:pt x="947786" y="2988815"/>
                </a:lnTo>
                <a:cubicBezTo>
                  <a:pt x="424338" y="2988815"/>
                  <a:pt x="0" y="2564477"/>
                  <a:pt x="0" y="2041029"/>
                </a:cubicBezTo>
                <a:lnTo>
                  <a:pt x="0" y="947786"/>
                </a:lnTo>
                <a:cubicBezTo>
                  <a:pt x="0" y="424338"/>
                  <a:pt x="424338" y="0"/>
                  <a:pt x="947786" y="0"/>
                </a:cubicBezTo>
                <a:close/>
              </a:path>
            </a:pathLst>
          </a:custGeom>
        </p:spPr>
      </p:pic>
      <p:pic>
        <p:nvPicPr>
          <p:cNvPr id="103" name="Picture 10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3" t="1294" r="1633" b="1294"/>
          <a:stretch>
            <a:fillRect/>
          </a:stretch>
        </p:blipFill>
        <p:spPr>
          <a:xfrm>
            <a:off x="948321" y="1366770"/>
            <a:ext cx="390543" cy="393286"/>
          </a:xfrm>
          <a:custGeom>
            <a:avLst/>
            <a:gdLst>
              <a:gd name="connsiteX0" fmla="*/ 3316975 w 6633950"/>
              <a:gd name="connsiteY0" fmla="*/ 0 h 6680580"/>
              <a:gd name="connsiteX1" fmla="*/ 6633950 w 6633950"/>
              <a:gd name="connsiteY1" fmla="*/ 3340290 h 6680580"/>
              <a:gd name="connsiteX2" fmla="*/ 3316975 w 6633950"/>
              <a:gd name="connsiteY2" fmla="*/ 6680580 h 6680580"/>
              <a:gd name="connsiteX3" fmla="*/ 0 w 6633950"/>
              <a:gd name="connsiteY3" fmla="*/ 3340290 h 6680580"/>
              <a:gd name="connsiteX4" fmla="*/ 3316975 w 6633950"/>
              <a:gd name="connsiteY4" fmla="*/ 0 h 66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33950" h="6680580">
                <a:moveTo>
                  <a:pt x="3316975" y="0"/>
                </a:moveTo>
                <a:cubicBezTo>
                  <a:pt x="5148890" y="0"/>
                  <a:pt x="6633950" y="1495499"/>
                  <a:pt x="6633950" y="3340290"/>
                </a:cubicBezTo>
                <a:cubicBezTo>
                  <a:pt x="6633950" y="5185081"/>
                  <a:pt x="5148890" y="6680580"/>
                  <a:pt x="3316975" y="6680580"/>
                </a:cubicBezTo>
                <a:cubicBezTo>
                  <a:pt x="1485060" y="6680580"/>
                  <a:pt x="0" y="5185081"/>
                  <a:pt x="0" y="3340290"/>
                </a:cubicBezTo>
                <a:cubicBezTo>
                  <a:pt x="0" y="1495499"/>
                  <a:pt x="1485060" y="0"/>
                  <a:pt x="3316975" y="0"/>
                </a:cubicBezTo>
                <a:close/>
              </a:path>
            </a:pathLst>
          </a:custGeom>
        </p:spPr>
      </p:pic>
      <p:pic>
        <p:nvPicPr>
          <p:cNvPr id="104" name="Picture 10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24" r="5410" b="15072"/>
          <a:stretch>
            <a:fillRect/>
          </a:stretch>
        </p:blipFill>
        <p:spPr>
          <a:xfrm>
            <a:off x="3601961" y="1695906"/>
            <a:ext cx="395024" cy="403880"/>
          </a:xfrm>
          <a:custGeom>
            <a:avLst/>
            <a:gdLst>
              <a:gd name="connsiteX0" fmla="*/ 947786 w 2923282"/>
              <a:gd name="connsiteY0" fmla="*/ 0 h 2988815"/>
              <a:gd name="connsiteX1" fmla="*/ 1975496 w 2923282"/>
              <a:gd name="connsiteY1" fmla="*/ 0 h 2988815"/>
              <a:gd name="connsiteX2" fmla="*/ 2923282 w 2923282"/>
              <a:gd name="connsiteY2" fmla="*/ 947786 h 2988815"/>
              <a:gd name="connsiteX3" fmla="*/ 2923282 w 2923282"/>
              <a:gd name="connsiteY3" fmla="*/ 2041029 h 2988815"/>
              <a:gd name="connsiteX4" fmla="*/ 1975496 w 2923282"/>
              <a:gd name="connsiteY4" fmla="*/ 2988815 h 2988815"/>
              <a:gd name="connsiteX5" fmla="*/ 947786 w 2923282"/>
              <a:gd name="connsiteY5" fmla="*/ 2988815 h 2988815"/>
              <a:gd name="connsiteX6" fmla="*/ 0 w 2923282"/>
              <a:gd name="connsiteY6" fmla="*/ 2041029 h 2988815"/>
              <a:gd name="connsiteX7" fmla="*/ 0 w 2923282"/>
              <a:gd name="connsiteY7" fmla="*/ 947786 h 2988815"/>
              <a:gd name="connsiteX8" fmla="*/ 947786 w 2923282"/>
              <a:gd name="connsiteY8" fmla="*/ 0 h 29888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923282" h="2988815">
                <a:moveTo>
                  <a:pt x="947786" y="0"/>
                </a:moveTo>
                <a:lnTo>
                  <a:pt x="1975496" y="0"/>
                </a:lnTo>
                <a:cubicBezTo>
                  <a:pt x="2498944" y="0"/>
                  <a:pt x="2923282" y="424338"/>
                  <a:pt x="2923282" y="947786"/>
                </a:cubicBezTo>
                <a:lnTo>
                  <a:pt x="2923282" y="2041029"/>
                </a:lnTo>
                <a:cubicBezTo>
                  <a:pt x="2923282" y="2564477"/>
                  <a:pt x="2498944" y="2988815"/>
                  <a:pt x="1975496" y="2988815"/>
                </a:cubicBezTo>
                <a:lnTo>
                  <a:pt x="947786" y="2988815"/>
                </a:lnTo>
                <a:cubicBezTo>
                  <a:pt x="424338" y="2988815"/>
                  <a:pt x="0" y="2564477"/>
                  <a:pt x="0" y="2041029"/>
                </a:cubicBezTo>
                <a:lnTo>
                  <a:pt x="0" y="947786"/>
                </a:lnTo>
                <a:cubicBezTo>
                  <a:pt x="0" y="424338"/>
                  <a:pt x="424338" y="0"/>
                  <a:pt x="947786" y="0"/>
                </a:cubicBezTo>
                <a:close/>
              </a:path>
            </a:pathLst>
          </a:custGeom>
        </p:spPr>
      </p:pic>
      <p:pic>
        <p:nvPicPr>
          <p:cNvPr id="105" name="Picture 10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3" t="1294" r="1633" b="1294"/>
          <a:stretch>
            <a:fillRect/>
          </a:stretch>
        </p:blipFill>
        <p:spPr>
          <a:xfrm>
            <a:off x="948321" y="2053753"/>
            <a:ext cx="390543" cy="393286"/>
          </a:xfrm>
          <a:custGeom>
            <a:avLst/>
            <a:gdLst>
              <a:gd name="connsiteX0" fmla="*/ 3316975 w 6633950"/>
              <a:gd name="connsiteY0" fmla="*/ 0 h 6680580"/>
              <a:gd name="connsiteX1" fmla="*/ 6633950 w 6633950"/>
              <a:gd name="connsiteY1" fmla="*/ 3340290 h 6680580"/>
              <a:gd name="connsiteX2" fmla="*/ 3316975 w 6633950"/>
              <a:gd name="connsiteY2" fmla="*/ 6680580 h 6680580"/>
              <a:gd name="connsiteX3" fmla="*/ 0 w 6633950"/>
              <a:gd name="connsiteY3" fmla="*/ 3340290 h 6680580"/>
              <a:gd name="connsiteX4" fmla="*/ 3316975 w 6633950"/>
              <a:gd name="connsiteY4" fmla="*/ 0 h 66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33950" h="6680580">
                <a:moveTo>
                  <a:pt x="3316975" y="0"/>
                </a:moveTo>
                <a:cubicBezTo>
                  <a:pt x="5148890" y="0"/>
                  <a:pt x="6633950" y="1495499"/>
                  <a:pt x="6633950" y="3340290"/>
                </a:cubicBezTo>
                <a:cubicBezTo>
                  <a:pt x="6633950" y="5185081"/>
                  <a:pt x="5148890" y="6680580"/>
                  <a:pt x="3316975" y="6680580"/>
                </a:cubicBezTo>
                <a:cubicBezTo>
                  <a:pt x="1485060" y="6680580"/>
                  <a:pt x="0" y="5185081"/>
                  <a:pt x="0" y="3340290"/>
                </a:cubicBezTo>
                <a:cubicBezTo>
                  <a:pt x="0" y="1495499"/>
                  <a:pt x="1485060" y="0"/>
                  <a:pt x="3316975" y="0"/>
                </a:cubicBezTo>
                <a:close/>
              </a:path>
            </a:pathLst>
          </a:custGeom>
        </p:spPr>
      </p:pic>
      <p:pic>
        <p:nvPicPr>
          <p:cNvPr id="108" name="Picture 10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60138" y="604808"/>
            <a:ext cx="3154679" cy="4887986"/>
          </a:xfrm>
          <a:prstGeom prst="rect">
            <a:avLst/>
          </a:prstGeom>
        </p:spPr>
      </p:pic>
      <p:sp>
        <p:nvSpPr>
          <p:cNvPr id="109" name="Rounded Rectangle 108"/>
          <p:cNvSpPr/>
          <p:nvPr/>
        </p:nvSpPr>
        <p:spPr>
          <a:xfrm>
            <a:off x="8746829" y="276999"/>
            <a:ext cx="3322320" cy="6225540"/>
          </a:xfrm>
          <a:prstGeom prst="roundRect">
            <a:avLst>
              <a:gd name="adj" fmla="val 11621"/>
            </a:avLst>
          </a:prstGeom>
          <a:solidFill>
            <a:schemeClr val="accent2">
              <a:lumMod val="20000"/>
              <a:lumOff val="80000"/>
            </a:schemeClr>
          </a:solidFill>
          <a:ln w="762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grpSp>
        <p:nvGrpSpPr>
          <p:cNvPr id="110" name="Group 109"/>
          <p:cNvGrpSpPr/>
          <p:nvPr/>
        </p:nvGrpSpPr>
        <p:grpSpPr>
          <a:xfrm>
            <a:off x="9183684" y="5560541"/>
            <a:ext cx="2448610" cy="871501"/>
            <a:chOff x="828319" y="5520554"/>
            <a:chExt cx="2448610" cy="871501"/>
          </a:xfrm>
        </p:grpSpPr>
        <p:grpSp>
          <p:nvGrpSpPr>
            <p:cNvPr id="111" name="Group 110"/>
            <p:cNvGrpSpPr/>
            <p:nvPr/>
          </p:nvGrpSpPr>
          <p:grpSpPr>
            <a:xfrm>
              <a:off x="828319" y="5520554"/>
              <a:ext cx="2446955" cy="871501"/>
              <a:chOff x="828319" y="5755307"/>
              <a:chExt cx="2042597" cy="691699"/>
            </a:xfrm>
          </p:grpSpPr>
          <p:sp>
            <p:nvSpPr>
              <p:cNvPr id="122" name="Oval 121"/>
              <p:cNvSpPr/>
              <p:nvPr/>
            </p:nvSpPr>
            <p:spPr>
              <a:xfrm>
                <a:off x="2156904" y="5755307"/>
                <a:ext cx="714012" cy="691699"/>
              </a:xfrm>
              <a:prstGeom prst="ellipse">
                <a:avLst/>
              </a:prstGeom>
              <a:solidFill>
                <a:srgbClr val="FF99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23" name="TextBox 122"/>
              <p:cNvSpPr txBox="1"/>
              <p:nvPr/>
            </p:nvSpPr>
            <p:spPr>
              <a:xfrm>
                <a:off x="828319" y="6122646"/>
                <a:ext cx="81208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AU" sz="1200" dirty="0"/>
                  <a:t>With Syan</a:t>
                </a:r>
              </a:p>
            </p:txBody>
          </p:sp>
          <p:pic>
            <p:nvPicPr>
              <p:cNvPr id="124" name="Picture 4" descr="Free Microphone Icon, Symbol. Download in SVG &amp; PNG Formats.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67392" y="5785943"/>
                <a:ext cx="371992" cy="37199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112" name="Picture 12" descr="Wellbeing Icons - Free SVG &amp; PNG Wellbeing Images - Noun Project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59147" y="5646141"/>
              <a:ext cx="376894" cy="3768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1" name="TextBox 120"/>
            <p:cNvSpPr txBox="1"/>
            <p:nvPr/>
          </p:nvSpPr>
          <p:spPr>
            <a:xfrm>
              <a:off x="2422208" y="6023035"/>
              <a:ext cx="85472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algn="ctr">
                <a:defRPr sz="1200"/>
              </a:lvl1pPr>
            </a:lstStyle>
            <a:p>
              <a:r>
                <a:rPr lang="en-AU" dirty="0" smtClean="0"/>
                <a:t>Soul Space</a:t>
              </a:r>
              <a:endParaRPr lang="en-AU" dirty="0"/>
            </a:p>
          </p:txBody>
        </p:sp>
      </p:grpSp>
      <p:cxnSp>
        <p:nvCxnSpPr>
          <p:cNvPr id="126" name="Straight Arrow Connector 125"/>
          <p:cNvCxnSpPr/>
          <p:nvPr/>
        </p:nvCxnSpPr>
        <p:spPr>
          <a:xfrm flipH="1">
            <a:off x="8926049" y="482413"/>
            <a:ext cx="257635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7" name="Picture 12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33113" y="605966"/>
            <a:ext cx="3104420" cy="4884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9741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313" b="17910"/>
          <a:stretch/>
        </p:blipFill>
        <p:spPr>
          <a:xfrm>
            <a:off x="-11411" y="580030"/>
            <a:ext cx="12207716" cy="5271790"/>
          </a:xfrm>
          <a:prstGeom prst="rect">
            <a:avLst/>
          </a:prstGeom>
        </p:spPr>
      </p:pic>
      <p:sp>
        <p:nvSpPr>
          <p:cNvPr id="107" name="Oval 106"/>
          <p:cNvSpPr/>
          <p:nvPr/>
        </p:nvSpPr>
        <p:spPr>
          <a:xfrm>
            <a:off x="13810625" y="12333379"/>
            <a:ext cx="590093" cy="84971"/>
          </a:xfrm>
          <a:prstGeom prst="ellipse">
            <a:avLst/>
          </a:prstGeom>
          <a:solidFill>
            <a:srgbClr val="FF9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1661" y="1322980"/>
            <a:ext cx="38100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16357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2819</TotalTime>
  <Words>54</Words>
  <Application>Microsoft Office PowerPoint</Application>
  <PresentationFormat>Widescreen</PresentationFormat>
  <Paragraphs>23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Candara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50</cp:revision>
  <dcterms:created xsi:type="dcterms:W3CDTF">2026-06-09T04:46:32Z</dcterms:created>
  <dcterms:modified xsi:type="dcterms:W3CDTF">2026-07-22T04:39:33Z</dcterms:modified>
</cp:coreProperties>
</file>
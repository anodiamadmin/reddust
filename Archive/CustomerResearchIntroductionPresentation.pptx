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57" r:id="rId4"/>
    <p:sldId id="262" r:id="rId5"/>
    <p:sldId id="261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190D"/>
    <a:srgbClr val="ED7D31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49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6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7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8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9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14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3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FB3A-B447-4E05-B10D-88C79CDC8F57}" type="datetimeFigureOut">
              <a:rPr lang="en-AU" smtClean="0"/>
              <a:t>31/07/2026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42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250411" y="494389"/>
            <a:ext cx="3214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Syan Avatar</a:t>
            </a:r>
          </a:p>
        </p:txBody>
      </p:sp>
    </p:spTree>
    <p:extLst>
      <p:ext uri="{BB962C8B-B14F-4D97-AF65-F5344CB8AC3E}">
        <p14:creationId xmlns:p14="http://schemas.microsoft.com/office/powerpoint/2010/main" val="2825967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2690934" y="-1"/>
            <a:ext cx="6814732" cy="6862633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263456" y="4070103"/>
            <a:ext cx="32144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Sara, User Avatar</a:t>
            </a:r>
          </a:p>
          <a:p>
            <a:r>
              <a:rPr lang="en-US" dirty="0">
                <a:solidFill>
                  <a:schemeClr val="bg1"/>
                </a:solidFill>
              </a:rPr>
              <a:t>Sara 23,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Student </a:t>
            </a:r>
            <a:r>
              <a:rPr lang="en-US" dirty="0">
                <a:solidFill>
                  <a:schemeClr val="bg1"/>
                </a:solidFill>
              </a:rPr>
              <a:t>(Psychology </a:t>
            </a:r>
            <a:r>
              <a:rPr lang="en-US" dirty="0" smtClean="0">
                <a:solidFill>
                  <a:schemeClr val="bg1"/>
                </a:solidFill>
              </a:rPr>
              <a:t>Bachelors</a:t>
            </a:r>
            <a:r>
              <a:rPr lang="en-US" dirty="0">
                <a:solidFill>
                  <a:schemeClr val="bg1"/>
                </a:solidFill>
              </a:rPr>
              <a:t>), </a:t>
            </a:r>
            <a:r>
              <a:rPr lang="en-US" dirty="0" smtClean="0">
                <a:solidFill>
                  <a:schemeClr val="bg1"/>
                </a:solidFill>
              </a:rPr>
              <a:t>Sydney, Australia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4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0669" y="285010"/>
            <a:ext cx="3322320" cy="6225540"/>
          </a:xfrm>
          <a:prstGeom prst="roundRect">
            <a:avLst>
              <a:gd name="adj" fmla="val 11621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865163" y="1374670"/>
            <a:ext cx="32144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10:10 am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10-Oct-2026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585542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17363603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ounded Rectangle 61"/>
          <p:cNvSpPr/>
          <p:nvPr/>
        </p:nvSpPr>
        <p:spPr>
          <a:xfrm>
            <a:off x="8366791" y="28501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/>
          <p:cNvSpPr/>
          <p:nvPr/>
        </p:nvSpPr>
        <p:spPr>
          <a:xfrm>
            <a:off x="21141664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097281" y="2609558"/>
            <a:ext cx="2757268" cy="56974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44" y="2651120"/>
            <a:ext cx="390580" cy="409632"/>
          </a:xfrm>
          <a:prstGeom prst="rect">
            <a:avLst/>
          </a:prstGeom>
        </p:spPr>
      </p:pic>
      <p:pic>
        <p:nvPicPr>
          <p:cNvPr id="6" name="Picture 4" descr="Free Microphone Icon, Symbol. Download in SVG &amp; PNG Formats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288" y="2740581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1188468" y="3799131"/>
            <a:ext cx="475556" cy="475556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1064381" y="4274687"/>
            <a:ext cx="723729" cy="27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endParaRPr lang="en-US" sz="1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r="56443"/>
          <a:stretch/>
        </p:blipFill>
        <p:spPr>
          <a:xfrm>
            <a:off x="4588730" y="285010"/>
            <a:ext cx="3322320" cy="6225540"/>
          </a:xfrm>
          <a:custGeom>
            <a:avLst/>
            <a:gdLst>
              <a:gd name="connsiteX0" fmla="*/ 386087 w 3322320"/>
              <a:gd name="connsiteY0" fmla="*/ 0 h 6225540"/>
              <a:gd name="connsiteX1" fmla="*/ 2936233 w 3322320"/>
              <a:gd name="connsiteY1" fmla="*/ 0 h 6225540"/>
              <a:gd name="connsiteX2" fmla="*/ 3322320 w 3322320"/>
              <a:gd name="connsiteY2" fmla="*/ 386087 h 6225540"/>
              <a:gd name="connsiteX3" fmla="*/ 3322320 w 3322320"/>
              <a:gd name="connsiteY3" fmla="*/ 5839453 h 6225540"/>
              <a:gd name="connsiteX4" fmla="*/ 2936233 w 3322320"/>
              <a:gd name="connsiteY4" fmla="*/ 6225540 h 6225540"/>
              <a:gd name="connsiteX5" fmla="*/ 386087 w 3322320"/>
              <a:gd name="connsiteY5" fmla="*/ 6225540 h 6225540"/>
              <a:gd name="connsiteX6" fmla="*/ 0 w 3322320"/>
              <a:gd name="connsiteY6" fmla="*/ 5839453 h 6225540"/>
              <a:gd name="connsiteX7" fmla="*/ 0 w 3322320"/>
              <a:gd name="connsiteY7" fmla="*/ 386087 h 6225540"/>
              <a:gd name="connsiteX8" fmla="*/ 386087 w 3322320"/>
              <a:gd name="connsiteY8" fmla="*/ 0 h 622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2320" h="6225540">
                <a:moveTo>
                  <a:pt x="386087" y="0"/>
                </a:moveTo>
                <a:lnTo>
                  <a:pt x="2936233" y="0"/>
                </a:lnTo>
                <a:cubicBezTo>
                  <a:pt x="3149463" y="0"/>
                  <a:pt x="3322320" y="172857"/>
                  <a:pt x="3322320" y="386087"/>
                </a:cubicBezTo>
                <a:lnTo>
                  <a:pt x="3322320" y="5839453"/>
                </a:lnTo>
                <a:cubicBezTo>
                  <a:pt x="3322320" y="6052683"/>
                  <a:pt x="3149463" y="6225540"/>
                  <a:pt x="2936233" y="6225540"/>
                </a:cubicBezTo>
                <a:lnTo>
                  <a:pt x="386087" y="6225540"/>
                </a:lnTo>
                <a:cubicBezTo>
                  <a:pt x="172857" y="6225540"/>
                  <a:pt x="0" y="6052683"/>
                  <a:pt x="0" y="5839453"/>
                </a:cubicBezTo>
                <a:lnTo>
                  <a:pt x="0" y="386087"/>
                </a:lnTo>
                <a:cubicBezTo>
                  <a:pt x="0" y="172857"/>
                  <a:pt x="172857" y="0"/>
                  <a:pt x="386087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</p:pic>
      <p:sp>
        <p:nvSpPr>
          <p:cNvPr id="77" name="Title 1"/>
          <p:cNvSpPr txBox="1">
            <a:spLocks/>
          </p:cNvSpPr>
          <p:nvPr/>
        </p:nvSpPr>
        <p:spPr>
          <a:xfrm>
            <a:off x="4588730" y="2507255"/>
            <a:ext cx="333106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RedDust</a:t>
            </a:r>
            <a: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endParaRPr lang="en-US" sz="32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05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music</a:t>
            </a: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 that listens to your soul</a:t>
            </a:r>
            <a:endParaRPr lang="en-US" sz="4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16925" y="1374670"/>
            <a:ext cx="2222051" cy="435882"/>
            <a:chOff x="8822532" y="1308120"/>
            <a:chExt cx="2222051" cy="435882"/>
          </a:xfrm>
        </p:grpSpPr>
        <p:sp>
          <p:nvSpPr>
            <p:cNvPr id="63" name="TextBox 62"/>
            <p:cNvSpPr txBox="1"/>
            <p:nvPr/>
          </p:nvSpPr>
          <p:spPr>
            <a:xfrm>
              <a:off x="8822532" y="1374670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Login with Google</a:t>
              </a:r>
              <a:endParaRPr lang="en-AU" u="sng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218" y="1308120"/>
              <a:ext cx="416365" cy="435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256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/>
          <p:cNvSpPr/>
          <p:nvPr/>
        </p:nvSpPr>
        <p:spPr>
          <a:xfrm>
            <a:off x="835736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1272591" y="5560541"/>
            <a:ext cx="2448610" cy="871501"/>
            <a:chOff x="828319" y="5520554"/>
            <a:chExt cx="2448610" cy="871501"/>
          </a:xfrm>
        </p:grpSpPr>
        <p:grpSp>
          <p:nvGrpSpPr>
            <p:cNvPr id="3" name="Group 2"/>
            <p:cNvGrpSpPr/>
            <p:nvPr/>
          </p:nvGrpSpPr>
          <p:grpSpPr>
            <a:xfrm>
              <a:off x="828319" y="5520554"/>
              <a:ext cx="972844" cy="871501"/>
              <a:chOff x="828319" y="5755307"/>
              <a:chExt cx="812082" cy="691699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53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922020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5273854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74" name="Group 73"/>
          <p:cNvGrpSpPr/>
          <p:nvPr/>
        </p:nvGrpSpPr>
        <p:grpSpPr>
          <a:xfrm>
            <a:off x="5710709" y="5560541"/>
            <a:ext cx="2448610" cy="871501"/>
            <a:chOff x="828319" y="5520554"/>
            <a:chExt cx="2448610" cy="871501"/>
          </a:xfrm>
        </p:grpSpPr>
        <p:grpSp>
          <p:nvGrpSpPr>
            <p:cNvPr id="75" name="Group 74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80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6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pic>
        <p:nvPicPr>
          <p:cNvPr id="108" name="Picture 1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138" y="604808"/>
            <a:ext cx="3154679" cy="4887986"/>
          </a:xfrm>
          <a:prstGeom prst="rect">
            <a:avLst/>
          </a:prstGeom>
        </p:spPr>
      </p:pic>
      <p:sp>
        <p:nvSpPr>
          <p:cNvPr id="109" name="Rounded Rectangle 108"/>
          <p:cNvSpPr/>
          <p:nvPr/>
        </p:nvSpPr>
        <p:spPr>
          <a:xfrm>
            <a:off x="8746829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10" name="Group 109"/>
          <p:cNvGrpSpPr/>
          <p:nvPr/>
        </p:nvGrpSpPr>
        <p:grpSpPr>
          <a:xfrm>
            <a:off x="9183684" y="5560541"/>
            <a:ext cx="2448610" cy="871501"/>
            <a:chOff x="828319" y="5520554"/>
            <a:chExt cx="2448610" cy="871501"/>
          </a:xfrm>
        </p:grpSpPr>
        <p:grpSp>
          <p:nvGrpSpPr>
            <p:cNvPr id="111" name="Group 110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124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2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TextBox 120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cxnSp>
        <p:nvCxnSpPr>
          <p:cNvPr id="126" name="Straight Arrow Connector 125"/>
          <p:cNvCxnSpPr/>
          <p:nvPr/>
        </p:nvCxnSpPr>
        <p:spPr>
          <a:xfrm flipH="1">
            <a:off x="8926049" y="482413"/>
            <a:ext cx="25763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Picture 1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13" y="605966"/>
            <a:ext cx="3104420" cy="4884078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20" y="710320"/>
            <a:ext cx="3154579" cy="4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7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3" b="17910"/>
          <a:stretch/>
        </p:blipFill>
        <p:spPr>
          <a:xfrm>
            <a:off x="-11411" y="580030"/>
            <a:ext cx="12207716" cy="440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3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5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68488" y="2558955"/>
            <a:ext cx="6062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150</a:t>
            </a:r>
          </a:p>
          <a:p>
            <a:r>
              <a:rPr lang="en-US" dirty="0" smtClean="0"/>
              <a:t>-165</a:t>
            </a:r>
          </a:p>
          <a:p>
            <a:r>
              <a:rPr lang="en-US" dirty="0" smtClean="0"/>
              <a:t>100</a:t>
            </a:r>
          </a:p>
          <a:p>
            <a:r>
              <a:rPr lang="en-US" dirty="0" smtClean="0"/>
              <a:t>127</a:t>
            </a:r>
          </a:p>
          <a:p>
            <a:r>
              <a:rPr lang="en-US" dirty="0" smtClean="0"/>
              <a:t>-37</a:t>
            </a:r>
          </a:p>
          <a:p>
            <a:r>
              <a:rPr lang="en-US" dirty="0" smtClean="0"/>
              <a:t>248</a:t>
            </a:r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812042" y="1276066"/>
            <a:ext cx="9990161" cy="61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887104" y="620973"/>
            <a:ext cx="20472" cy="689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982638" y="1306773"/>
            <a:ext cx="20472" cy="689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098644" y="956326"/>
            <a:ext cx="20472" cy="427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1251045" y="846161"/>
            <a:ext cx="37531" cy="514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1365344" y="1356813"/>
            <a:ext cx="1707" cy="294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1462585" y="429904"/>
            <a:ext cx="72219" cy="1004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670412" y="3379119"/>
            <a:ext cx="9990161" cy="61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745474" y="2651659"/>
            <a:ext cx="20472" cy="833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841008" y="3337459"/>
            <a:ext cx="20472" cy="833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957014" y="3014445"/>
            <a:ext cx="20472" cy="517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109415" y="2895238"/>
            <a:ext cx="37531" cy="622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3223714" y="3428937"/>
            <a:ext cx="1707" cy="35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320955" y="2427494"/>
            <a:ext cx="72219" cy="121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52766" y="2558955"/>
            <a:ext cx="6062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170</a:t>
            </a:r>
          </a:p>
          <a:p>
            <a:r>
              <a:rPr lang="en-US" dirty="0" smtClean="0"/>
              <a:t>-185</a:t>
            </a:r>
          </a:p>
          <a:p>
            <a:r>
              <a:rPr lang="en-US" dirty="0" smtClean="0"/>
              <a:t>120</a:t>
            </a:r>
          </a:p>
          <a:p>
            <a:r>
              <a:rPr lang="en-US" dirty="0" smtClean="0"/>
              <a:t>147</a:t>
            </a:r>
          </a:p>
          <a:p>
            <a:r>
              <a:rPr lang="en-US" dirty="0" smtClean="0"/>
              <a:t>-57</a:t>
            </a:r>
          </a:p>
          <a:p>
            <a:r>
              <a:rPr lang="en-US" dirty="0" smtClean="0"/>
              <a:t>255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615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714622" y="293427"/>
            <a:ext cx="4203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150</a:t>
            </a:r>
          </a:p>
          <a:p>
            <a:r>
              <a:rPr lang="en-US" sz="1000" dirty="0" smtClean="0"/>
              <a:t>-165</a:t>
            </a:r>
          </a:p>
          <a:p>
            <a:r>
              <a:rPr lang="en-US" sz="1000" dirty="0" smtClean="0"/>
              <a:t>100</a:t>
            </a:r>
          </a:p>
          <a:p>
            <a:r>
              <a:rPr lang="en-US" sz="1000" dirty="0" smtClean="0"/>
              <a:t>127</a:t>
            </a:r>
          </a:p>
          <a:p>
            <a:r>
              <a:rPr lang="en-US" sz="1000" dirty="0" smtClean="0"/>
              <a:t>-37</a:t>
            </a:r>
          </a:p>
          <a:p>
            <a:r>
              <a:rPr lang="en-US" sz="1000" dirty="0" smtClean="0"/>
              <a:t>248</a:t>
            </a:r>
            <a:endParaRPr lang="en-AU" sz="1000" dirty="0"/>
          </a:p>
        </p:txBody>
      </p:sp>
      <p:sp>
        <p:nvSpPr>
          <p:cNvPr id="2" name="Oval 1"/>
          <p:cNvSpPr/>
          <p:nvPr/>
        </p:nvSpPr>
        <p:spPr>
          <a:xfrm>
            <a:off x="5452281" y="1903863"/>
            <a:ext cx="2831910" cy="31321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ounded Rectangle 2"/>
          <p:cNvSpPr/>
          <p:nvPr/>
        </p:nvSpPr>
        <p:spPr>
          <a:xfrm>
            <a:off x="1364776" y="293427"/>
            <a:ext cx="975815" cy="158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AU" dirty="0"/>
          </a:p>
        </p:txBody>
      </p:sp>
      <p:sp>
        <p:nvSpPr>
          <p:cNvPr id="31" name="Rounded Rectangle 30"/>
          <p:cNvSpPr/>
          <p:nvPr/>
        </p:nvSpPr>
        <p:spPr>
          <a:xfrm>
            <a:off x="1364776" y="2390633"/>
            <a:ext cx="975815" cy="158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AU" dirty="0"/>
          </a:p>
        </p:txBody>
      </p:sp>
      <p:sp>
        <p:nvSpPr>
          <p:cNvPr id="32" name="Rounded Rectangle 31"/>
          <p:cNvSpPr/>
          <p:nvPr/>
        </p:nvSpPr>
        <p:spPr>
          <a:xfrm>
            <a:off x="1364776" y="4615218"/>
            <a:ext cx="975815" cy="158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ounded Rectangle 32"/>
          <p:cNvSpPr/>
          <p:nvPr/>
        </p:nvSpPr>
        <p:spPr>
          <a:xfrm>
            <a:off x="10927307" y="293427"/>
            <a:ext cx="975815" cy="158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340591" y="532263"/>
            <a:ext cx="3526414" cy="183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 flipV="1">
            <a:off x="2340591" y="791588"/>
            <a:ext cx="3414586" cy="1751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" idx="2"/>
          </p:cNvCxnSpPr>
          <p:nvPr/>
        </p:nvCxnSpPr>
        <p:spPr>
          <a:xfrm>
            <a:off x="2340591" y="2739804"/>
            <a:ext cx="3111690" cy="730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2340591" y="3002508"/>
            <a:ext cx="3168370" cy="64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42878" y="1658522"/>
            <a:ext cx="21595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“Nice to hear that, here is your song!”</a:t>
            </a:r>
            <a:endParaRPr lang="en-AU" sz="1000" dirty="0"/>
          </a:p>
        </p:txBody>
      </p:sp>
      <p:sp>
        <p:nvSpPr>
          <p:cNvPr id="37" name="Oval 36"/>
          <p:cNvSpPr/>
          <p:nvPr/>
        </p:nvSpPr>
        <p:spPr>
          <a:xfrm>
            <a:off x="2736376" y="255681"/>
            <a:ext cx="2388358" cy="21452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TextBox 40"/>
          <p:cNvSpPr txBox="1"/>
          <p:nvPr/>
        </p:nvSpPr>
        <p:spPr>
          <a:xfrm>
            <a:off x="3598617" y="2615911"/>
            <a:ext cx="4203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125</a:t>
            </a:r>
          </a:p>
          <a:p>
            <a:r>
              <a:rPr lang="en-US" sz="1000" dirty="0" smtClean="0"/>
              <a:t>-125</a:t>
            </a:r>
          </a:p>
          <a:p>
            <a:r>
              <a:rPr lang="en-US" sz="1000" dirty="0" smtClean="0"/>
              <a:t>10</a:t>
            </a:r>
          </a:p>
          <a:p>
            <a:r>
              <a:rPr lang="en-US" sz="1000" dirty="0" smtClean="0"/>
              <a:t>17</a:t>
            </a:r>
          </a:p>
          <a:p>
            <a:r>
              <a:rPr lang="en-US" sz="1000" dirty="0" smtClean="0"/>
              <a:t>-67</a:t>
            </a:r>
          </a:p>
          <a:p>
            <a:r>
              <a:rPr lang="en-US" sz="1000" dirty="0"/>
              <a:t>-</a:t>
            </a:r>
            <a:r>
              <a:rPr lang="en-US" sz="1000" dirty="0" smtClean="0"/>
              <a:t>48</a:t>
            </a:r>
            <a:endParaRPr lang="en-AU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2539333" y="3631574"/>
            <a:ext cx="2714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“I am glad to hear  that, Like to listen to these?</a:t>
            </a:r>
            <a:endParaRPr lang="en-AU" sz="1000" dirty="0"/>
          </a:p>
        </p:txBody>
      </p:sp>
      <p:sp>
        <p:nvSpPr>
          <p:cNvPr id="43" name="Oval 42"/>
          <p:cNvSpPr/>
          <p:nvPr/>
        </p:nvSpPr>
        <p:spPr>
          <a:xfrm>
            <a:off x="2620371" y="2578165"/>
            <a:ext cx="2388358" cy="21452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extBox 43"/>
          <p:cNvSpPr txBox="1"/>
          <p:nvPr/>
        </p:nvSpPr>
        <p:spPr>
          <a:xfrm>
            <a:off x="9401190" y="903991"/>
            <a:ext cx="2888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-1</a:t>
            </a:r>
          </a:p>
          <a:p>
            <a:r>
              <a:rPr lang="en-US" sz="1000" dirty="0" smtClean="0"/>
              <a:t>0</a:t>
            </a:r>
          </a:p>
          <a:p>
            <a:r>
              <a:rPr lang="en-US" sz="1000" dirty="0" smtClean="0"/>
              <a:t>1</a:t>
            </a:r>
          </a:p>
          <a:p>
            <a:r>
              <a:rPr lang="en-US" sz="1000" dirty="0" smtClean="0"/>
              <a:t>-7</a:t>
            </a:r>
          </a:p>
          <a:p>
            <a:r>
              <a:rPr lang="en-US" sz="1000" dirty="0" smtClean="0"/>
              <a:t>-3</a:t>
            </a:r>
            <a:br>
              <a:rPr lang="en-US" sz="1000" dirty="0" smtClean="0"/>
            </a:br>
            <a:r>
              <a:rPr lang="en-US" sz="1000" dirty="0" smtClean="0"/>
              <a:t>2</a:t>
            </a:r>
            <a:endParaRPr lang="en-AU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8629446" y="2269086"/>
            <a:ext cx="13821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“</a:t>
            </a:r>
            <a:r>
              <a:rPr lang="en-US" sz="1000" dirty="0" err="1" smtClean="0"/>
              <a:t>Shh</a:t>
            </a:r>
            <a:r>
              <a:rPr lang="en-US" sz="1000" dirty="0" smtClean="0"/>
              <a:t>! Are you asleep?”</a:t>
            </a:r>
            <a:endParaRPr lang="en-AU" sz="1000" dirty="0"/>
          </a:p>
        </p:txBody>
      </p:sp>
      <p:sp>
        <p:nvSpPr>
          <p:cNvPr id="46" name="Oval 45"/>
          <p:cNvSpPr/>
          <p:nvPr/>
        </p:nvSpPr>
        <p:spPr>
          <a:xfrm>
            <a:off x="8422944" y="866245"/>
            <a:ext cx="2388358" cy="21452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7" name="Straight Arrow Connector 46"/>
          <p:cNvCxnSpPr>
            <a:endCxn id="2" idx="7"/>
          </p:cNvCxnSpPr>
          <p:nvPr/>
        </p:nvCxnSpPr>
        <p:spPr>
          <a:xfrm flipH="1">
            <a:off x="7869467" y="772369"/>
            <a:ext cx="3057840" cy="1590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33" idx="1"/>
          </p:cNvCxnSpPr>
          <p:nvPr/>
        </p:nvCxnSpPr>
        <p:spPr>
          <a:xfrm flipV="1">
            <a:off x="8024512" y="1084997"/>
            <a:ext cx="2902795" cy="1530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66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3153</TotalTime>
  <Words>112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60</cp:revision>
  <dcterms:created xsi:type="dcterms:W3CDTF">2026-06-09T04:46:32Z</dcterms:created>
  <dcterms:modified xsi:type="dcterms:W3CDTF">2026-07-31T04:36:39Z</dcterms:modified>
</cp:coreProperties>
</file>